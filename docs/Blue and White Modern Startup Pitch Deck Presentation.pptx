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HK Grotesk" charset="1" panose="00000500000000000000"/>
      <p:regular r:id="rId20"/>
    </p:embeddedFont>
    <p:embeddedFont>
      <p:font typeface="Cy Grotesk V3 Key" charset="1" panose="00000500000000000000"/>
      <p:regular r:id="rId21"/>
    </p:embeddedFont>
    <p:embeddedFont>
      <p:font typeface="Cy Grotesk V3 Key Light" charset="1" panose="00000400000000000000"/>
      <p:regular r:id="rId22"/>
    </p:embeddedFont>
    <p:embeddedFont>
      <p:font typeface="HK Grotesk Bold" charset="1" panose="00000800000000000000"/>
      <p:regular r:id="rId23"/>
    </p:embeddedFont>
    <p:embeddedFont>
      <p:font typeface="HK Grotesk Light" charset="1" panose="00000400000000000000"/>
      <p:regular r:id="rId24"/>
    </p:embeddedFont>
    <p:embeddedFont>
      <p:font typeface="HK Grotesk Light Italics" charset="1" panose="000004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 Id="rId9" Target="../media/image2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21.jpeg" Type="http://schemas.openxmlformats.org/officeDocument/2006/relationships/image"/><Relationship Id="rId7" Target="../media/image22.jpeg" Type="http://schemas.openxmlformats.org/officeDocument/2006/relationships/image"/><Relationship Id="rId8" Target="../media/image23.jpeg" Type="http://schemas.openxmlformats.org/officeDocument/2006/relationships/image"/><Relationship Id="rId9" Target="../media/image24.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25000"/>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25000"/>
            </a:blip>
            <a:stretch>
              <a:fillRect l="0" t="0" r="0" b="0"/>
            </a:stretch>
          </a:blipFill>
        </p:spPr>
      </p:sp>
      <p:grpSp>
        <p:nvGrpSpPr>
          <p:cNvPr name="Group 5" id="5"/>
          <p:cNvGrpSpPr/>
          <p:nvPr/>
        </p:nvGrpSpPr>
        <p:grpSpPr>
          <a:xfrm rot="0">
            <a:off x="1028700" y="7864552"/>
            <a:ext cx="16230600" cy="149974"/>
            <a:chOff x="0" y="0"/>
            <a:chExt cx="4052983" cy="37450"/>
          </a:xfrm>
        </p:grpSpPr>
        <p:sp>
          <p:nvSpPr>
            <p:cNvPr name="Freeform 6" id="6"/>
            <p:cNvSpPr/>
            <p:nvPr/>
          </p:nvSpPr>
          <p:spPr>
            <a:xfrm flipH="false" flipV="false" rot="0">
              <a:off x="0" y="0"/>
              <a:ext cx="4052983" cy="37450"/>
            </a:xfrm>
            <a:custGeom>
              <a:avLst/>
              <a:gdLst/>
              <a:ahLst/>
              <a:cxnLst/>
              <a:rect r="r" b="b" t="t" l="l"/>
              <a:pathLst>
                <a:path h="37450" w="4052983">
                  <a:moveTo>
                    <a:pt x="0" y="0"/>
                  </a:moveTo>
                  <a:lnTo>
                    <a:pt x="4052983" y="0"/>
                  </a:lnTo>
                  <a:lnTo>
                    <a:pt x="4052983" y="37450"/>
                  </a:lnTo>
                  <a:lnTo>
                    <a:pt x="0" y="37450"/>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7" id="7"/>
            <p:cNvSpPr txBox="true"/>
            <p:nvPr/>
          </p:nvSpPr>
          <p:spPr>
            <a:xfrm>
              <a:off x="0" y="-38100"/>
              <a:ext cx="4052983" cy="7555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921196" y="8574834"/>
            <a:ext cx="355174" cy="355174"/>
          </a:xfrm>
          <a:custGeom>
            <a:avLst/>
            <a:gdLst/>
            <a:ahLst/>
            <a:cxnLst/>
            <a:rect r="r" b="b" t="t" l="l"/>
            <a:pathLst>
              <a:path h="355174" w="355174">
                <a:moveTo>
                  <a:pt x="0" y="0"/>
                </a:moveTo>
                <a:lnTo>
                  <a:pt x="355174" y="0"/>
                </a:lnTo>
                <a:lnTo>
                  <a:pt x="355174" y="355174"/>
                </a:lnTo>
                <a:lnTo>
                  <a:pt x="0" y="3551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7492267" y="8580018"/>
            <a:ext cx="2581084" cy="306705"/>
          </a:xfrm>
          <a:prstGeom prst="rect">
            <a:avLst/>
          </a:prstGeom>
        </p:spPr>
        <p:txBody>
          <a:bodyPr anchor="t" rtlCol="false" tIns="0" lIns="0" bIns="0" rIns="0">
            <a:spAutoFit/>
          </a:bodyPr>
          <a:lstStyle/>
          <a:p>
            <a:pPr algn="just">
              <a:lnSpc>
                <a:spcPts val="2520"/>
              </a:lnSpc>
            </a:pPr>
            <a:r>
              <a:rPr lang="en-US" sz="1800" spc="-72">
                <a:solidFill>
                  <a:srgbClr val="FFFFFF"/>
                </a:solidFill>
                <a:latin typeface="HK Grotesk"/>
                <a:ea typeface="HK Grotesk"/>
                <a:cs typeface="HK Grotesk"/>
                <a:sym typeface="HK Grotesk"/>
              </a:rPr>
              <a:t>+123-456-7890</a:t>
            </a:r>
          </a:p>
        </p:txBody>
      </p:sp>
      <p:sp>
        <p:nvSpPr>
          <p:cNvPr name="Freeform 10" id="10"/>
          <p:cNvSpPr/>
          <p:nvPr/>
        </p:nvSpPr>
        <p:spPr>
          <a:xfrm flipH="false" flipV="false" rot="0">
            <a:off x="9661174" y="8573398"/>
            <a:ext cx="358045" cy="358045"/>
          </a:xfrm>
          <a:custGeom>
            <a:avLst/>
            <a:gdLst/>
            <a:ahLst/>
            <a:cxnLst/>
            <a:rect r="r" b="b" t="t" l="l"/>
            <a:pathLst>
              <a:path h="358045" w="358045">
                <a:moveTo>
                  <a:pt x="0" y="0"/>
                </a:moveTo>
                <a:lnTo>
                  <a:pt x="358044" y="0"/>
                </a:lnTo>
                <a:lnTo>
                  <a:pt x="358044" y="358045"/>
                </a:lnTo>
                <a:lnTo>
                  <a:pt x="0" y="3580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1" id="11"/>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1198790" y="4910152"/>
            <a:ext cx="12882266" cy="2054939"/>
          </a:xfrm>
          <a:prstGeom prst="rect">
            <a:avLst/>
          </a:prstGeom>
        </p:spPr>
        <p:txBody>
          <a:bodyPr anchor="t" rtlCol="false" tIns="0" lIns="0" bIns="0" rIns="0">
            <a:spAutoFit/>
          </a:bodyPr>
          <a:lstStyle/>
          <a:p>
            <a:pPr algn="l" marL="0" indent="0" lvl="0">
              <a:lnSpc>
                <a:spcPts val="14371"/>
              </a:lnSpc>
              <a:spcBef>
                <a:spcPct val="0"/>
              </a:spcBef>
            </a:pPr>
            <a:r>
              <a:rPr lang="en-US" sz="17964" spc="-1437">
                <a:solidFill>
                  <a:srgbClr val="F9F9F9"/>
                </a:solidFill>
                <a:latin typeface="Cy Grotesk V3 Key"/>
                <a:ea typeface="Cy Grotesk V3 Key"/>
                <a:cs typeface="Cy Grotesk V3 Key"/>
                <a:sym typeface="Cy Grotesk V3 Key"/>
              </a:rPr>
              <a:t>Pitch Deck</a:t>
            </a:r>
          </a:p>
        </p:txBody>
      </p:sp>
      <p:sp>
        <p:nvSpPr>
          <p:cNvPr name="TextBox 13" id="13"/>
          <p:cNvSpPr txBox="true"/>
          <p:nvPr/>
        </p:nvSpPr>
        <p:spPr>
          <a:xfrm rot="0">
            <a:off x="1198790" y="2546581"/>
            <a:ext cx="15330465" cy="2454280"/>
          </a:xfrm>
          <a:prstGeom prst="rect">
            <a:avLst/>
          </a:prstGeom>
        </p:spPr>
        <p:txBody>
          <a:bodyPr anchor="t" rtlCol="false" tIns="0" lIns="0" bIns="0" rIns="0">
            <a:spAutoFit/>
          </a:bodyPr>
          <a:lstStyle/>
          <a:p>
            <a:pPr algn="l" marL="0" indent="0" lvl="0">
              <a:lnSpc>
                <a:spcPts val="17102"/>
              </a:lnSpc>
              <a:spcBef>
                <a:spcPct val="0"/>
              </a:spcBef>
            </a:pPr>
            <a:r>
              <a:rPr lang="en-US" sz="21378" spc="-1710">
                <a:solidFill>
                  <a:srgbClr val="F9F9F9"/>
                </a:solidFill>
                <a:latin typeface="Cy Grotesk V3 Key"/>
                <a:ea typeface="Cy Grotesk V3 Key"/>
                <a:cs typeface="Cy Grotesk V3 Key"/>
                <a:sym typeface="Cy Grotesk V3 Key"/>
              </a:rPr>
              <a:t>Startup</a:t>
            </a:r>
          </a:p>
        </p:txBody>
      </p:sp>
      <p:sp>
        <p:nvSpPr>
          <p:cNvPr name="TextBox 14" id="14"/>
          <p:cNvSpPr txBox="true"/>
          <p:nvPr/>
        </p:nvSpPr>
        <p:spPr>
          <a:xfrm rot="0">
            <a:off x="1307554" y="7005915"/>
            <a:ext cx="16066822" cy="650531"/>
          </a:xfrm>
          <a:prstGeom prst="rect">
            <a:avLst/>
          </a:prstGeom>
        </p:spPr>
        <p:txBody>
          <a:bodyPr anchor="t" rtlCol="false" tIns="0" lIns="0" bIns="0" rIns="0">
            <a:spAutoFit/>
          </a:bodyPr>
          <a:lstStyle/>
          <a:p>
            <a:pPr algn="l" marL="0" indent="0" lvl="0">
              <a:lnSpc>
                <a:spcPts val="4544"/>
              </a:lnSpc>
              <a:spcBef>
                <a:spcPct val="0"/>
              </a:spcBef>
            </a:pPr>
            <a:r>
              <a:rPr lang="en-US" sz="5680" spc="1584">
                <a:solidFill>
                  <a:srgbClr val="F9F9F9"/>
                </a:solidFill>
                <a:latin typeface="Cy Grotesk V3 Key Light"/>
                <a:ea typeface="Cy Grotesk V3 Key Light"/>
                <a:cs typeface="Cy Grotesk V3 Key Light"/>
                <a:sym typeface="Cy Grotesk V3 Key Light"/>
              </a:rPr>
              <a:t>Business Presentation</a:t>
            </a:r>
          </a:p>
        </p:txBody>
      </p:sp>
      <p:sp>
        <p:nvSpPr>
          <p:cNvPr name="TextBox 15" id="15"/>
          <p:cNvSpPr txBox="true"/>
          <p:nvPr/>
        </p:nvSpPr>
        <p:spPr>
          <a:xfrm rot="0">
            <a:off x="10235115" y="8580018"/>
            <a:ext cx="3297638" cy="306705"/>
          </a:xfrm>
          <a:prstGeom prst="rect">
            <a:avLst/>
          </a:prstGeom>
        </p:spPr>
        <p:txBody>
          <a:bodyPr anchor="t" rtlCol="false" tIns="0" lIns="0" bIns="0" rIns="0">
            <a:spAutoFit/>
          </a:bodyPr>
          <a:lstStyle/>
          <a:p>
            <a:pPr algn="just" marL="0" indent="0" lvl="0">
              <a:lnSpc>
                <a:spcPts val="2520"/>
              </a:lnSpc>
              <a:spcBef>
                <a:spcPct val="0"/>
              </a:spcBef>
            </a:pPr>
            <a:r>
              <a:rPr lang="en-US" sz="1800" spc="-72" strike="noStrike" u="none">
                <a:solidFill>
                  <a:srgbClr val="FFFFFF"/>
                </a:solidFill>
                <a:latin typeface="HK Grotesk"/>
                <a:ea typeface="HK Grotesk"/>
                <a:cs typeface="HK Grotesk"/>
                <a:sym typeface="HK Grotesk"/>
              </a:rPr>
              <a:t>www.reallygreatsite.com</a:t>
            </a:r>
          </a:p>
        </p:txBody>
      </p:sp>
      <p:sp>
        <p:nvSpPr>
          <p:cNvPr name="TextBox 16" id="16"/>
          <p:cNvSpPr txBox="true"/>
          <p:nvPr/>
        </p:nvSpPr>
        <p:spPr>
          <a:xfrm rot="0">
            <a:off x="1307554" y="8457146"/>
            <a:ext cx="4958259" cy="523875"/>
          </a:xfrm>
          <a:prstGeom prst="rect">
            <a:avLst/>
          </a:prstGeom>
        </p:spPr>
        <p:txBody>
          <a:bodyPr anchor="t" rtlCol="false" tIns="0" lIns="0" bIns="0" rIns="0">
            <a:spAutoFit/>
          </a:bodyPr>
          <a:lstStyle/>
          <a:p>
            <a:pPr algn="l">
              <a:lnSpc>
                <a:spcPts val="4200"/>
              </a:lnSpc>
              <a:spcBef>
                <a:spcPct val="0"/>
              </a:spcBef>
            </a:pPr>
            <a:r>
              <a:rPr lang="en-US" sz="3000" spc="-105">
                <a:solidFill>
                  <a:srgbClr val="FFFFFF"/>
                </a:solidFill>
                <a:latin typeface="HK Grotesk"/>
                <a:ea typeface="HK Grotesk"/>
                <a:cs typeface="HK Grotesk"/>
                <a:sym typeface="HK Grotesk"/>
              </a:rPr>
              <a:t>Presented by: Aaron Loeb</a:t>
            </a:r>
          </a:p>
        </p:txBody>
      </p:sp>
      <p:sp>
        <p:nvSpPr>
          <p:cNvPr name="TextBox 17" id="17"/>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Larana Company</a:t>
            </a:r>
          </a:p>
        </p:txBody>
      </p:sp>
      <p:sp>
        <p:nvSpPr>
          <p:cNvPr name="TextBox 18" id="18"/>
          <p:cNvSpPr txBox="true"/>
          <p:nvPr/>
        </p:nvSpPr>
        <p:spPr>
          <a:xfrm rot="0">
            <a:off x="14952317" y="1123950"/>
            <a:ext cx="2875326"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November 2025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459442" y="4209522"/>
            <a:ext cx="7456794" cy="885770"/>
            <a:chOff x="0" y="0"/>
            <a:chExt cx="1963929" cy="233289"/>
          </a:xfrm>
        </p:grpSpPr>
        <p:sp>
          <p:nvSpPr>
            <p:cNvPr name="Freeform 7" id="7"/>
            <p:cNvSpPr/>
            <p:nvPr/>
          </p:nvSpPr>
          <p:spPr>
            <a:xfrm flipH="false" flipV="false" rot="0">
              <a:off x="0" y="0"/>
              <a:ext cx="1963929" cy="233289"/>
            </a:xfrm>
            <a:custGeom>
              <a:avLst/>
              <a:gdLst/>
              <a:ahLst/>
              <a:cxnLst/>
              <a:rect r="r" b="b" t="t" l="l"/>
              <a:pathLst>
                <a:path h="233289" w="1963929">
                  <a:moveTo>
                    <a:pt x="52950" y="0"/>
                  </a:moveTo>
                  <a:lnTo>
                    <a:pt x="1910979" y="0"/>
                  </a:lnTo>
                  <a:cubicBezTo>
                    <a:pt x="1925022" y="0"/>
                    <a:pt x="1938491" y="5579"/>
                    <a:pt x="1948421" y="15509"/>
                  </a:cubicBezTo>
                  <a:cubicBezTo>
                    <a:pt x="1958351" y="25439"/>
                    <a:pt x="1963929" y="38907"/>
                    <a:pt x="1963929" y="52950"/>
                  </a:cubicBezTo>
                  <a:lnTo>
                    <a:pt x="1963929" y="180339"/>
                  </a:lnTo>
                  <a:cubicBezTo>
                    <a:pt x="1963929" y="194382"/>
                    <a:pt x="1958351" y="207850"/>
                    <a:pt x="1948421" y="217781"/>
                  </a:cubicBezTo>
                  <a:cubicBezTo>
                    <a:pt x="1938491" y="227711"/>
                    <a:pt x="1925022" y="233289"/>
                    <a:pt x="1910979" y="233289"/>
                  </a:cubicBezTo>
                  <a:lnTo>
                    <a:pt x="52950" y="233289"/>
                  </a:lnTo>
                  <a:cubicBezTo>
                    <a:pt x="38907" y="233289"/>
                    <a:pt x="25439" y="227711"/>
                    <a:pt x="15509" y="217781"/>
                  </a:cubicBezTo>
                  <a:cubicBezTo>
                    <a:pt x="5579" y="207850"/>
                    <a:pt x="0" y="194382"/>
                    <a:pt x="0" y="180339"/>
                  </a:cubicBezTo>
                  <a:lnTo>
                    <a:pt x="0" y="52950"/>
                  </a:lnTo>
                  <a:cubicBezTo>
                    <a:pt x="0" y="38907"/>
                    <a:pt x="5579" y="25439"/>
                    <a:pt x="15509" y="15509"/>
                  </a:cubicBezTo>
                  <a:cubicBezTo>
                    <a:pt x="25439" y="5579"/>
                    <a:pt x="38907" y="0"/>
                    <a:pt x="52950" y="0"/>
                  </a:cubicBezTo>
                  <a:close/>
                </a:path>
              </a:pathLst>
            </a:custGeom>
            <a:solidFill>
              <a:srgbClr val="0082B2"/>
            </a:solidFill>
            <a:ln w="9525" cap="rnd">
              <a:gradFill>
                <a:gsLst>
                  <a:gs pos="0">
                    <a:srgbClr val="FFFFFF">
                      <a:alpha val="100000"/>
                    </a:srgbClr>
                  </a:gs>
                  <a:gs pos="100000">
                    <a:srgbClr val="DBE3EB">
                      <a:alpha val="100000"/>
                    </a:srgbClr>
                  </a:gs>
                </a:gsLst>
                <a:lin ang="0"/>
              </a:gradFill>
              <a:prstDash val="solid"/>
              <a:round/>
            </a:ln>
          </p:spPr>
        </p:sp>
        <p:sp>
          <p:nvSpPr>
            <p:cNvPr name="TextBox 8" id="8"/>
            <p:cNvSpPr txBox="true"/>
            <p:nvPr/>
          </p:nvSpPr>
          <p:spPr>
            <a:xfrm>
              <a:off x="0" y="-66675"/>
              <a:ext cx="1963929" cy="299964"/>
            </a:xfrm>
            <a:prstGeom prst="rect">
              <a:avLst/>
            </a:prstGeom>
          </p:spPr>
          <p:txBody>
            <a:bodyPr anchor="ctr" rtlCol="false" tIns="50800" lIns="50800" bIns="50800" rIns="50800"/>
            <a:lstStyle/>
            <a:p>
              <a:pPr algn="ctr">
                <a:lnSpc>
                  <a:spcPts val="3638"/>
                </a:lnSpc>
              </a:pPr>
            </a:p>
          </p:txBody>
        </p:sp>
      </p:grpSp>
      <p:grpSp>
        <p:nvGrpSpPr>
          <p:cNvPr name="Group 9" id="9"/>
          <p:cNvGrpSpPr/>
          <p:nvPr/>
        </p:nvGrpSpPr>
        <p:grpSpPr>
          <a:xfrm rot="0">
            <a:off x="9284025" y="4209522"/>
            <a:ext cx="7456794" cy="885770"/>
            <a:chOff x="0" y="0"/>
            <a:chExt cx="1963929" cy="233289"/>
          </a:xfrm>
        </p:grpSpPr>
        <p:sp>
          <p:nvSpPr>
            <p:cNvPr name="Freeform 10" id="10"/>
            <p:cNvSpPr/>
            <p:nvPr/>
          </p:nvSpPr>
          <p:spPr>
            <a:xfrm flipH="false" flipV="false" rot="0">
              <a:off x="0" y="0"/>
              <a:ext cx="1963929" cy="233289"/>
            </a:xfrm>
            <a:custGeom>
              <a:avLst/>
              <a:gdLst/>
              <a:ahLst/>
              <a:cxnLst/>
              <a:rect r="r" b="b" t="t" l="l"/>
              <a:pathLst>
                <a:path h="233289" w="1963929">
                  <a:moveTo>
                    <a:pt x="52950" y="0"/>
                  </a:moveTo>
                  <a:lnTo>
                    <a:pt x="1910979" y="0"/>
                  </a:lnTo>
                  <a:cubicBezTo>
                    <a:pt x="1925022" y="0"/>
                    <a:pt x="1938491" y="5579"/>
                    <a:pt x="1948421" y="15509"/>
                  </a:cubicBezTo>
                  <a:cubicBezTo>
                    <a:pt x="1958351" y="25439"/>
                    <a:pt x="1963929" y="38907"/>
                    <a:pt x="1963929" y="52950"/>
                  </a:cubicBezTo>
                  <a:lnTo>
                    <a:pt x="1963929" y="180339"/>
                  </a:lnTo>
                  <a:cubicBezTo>
                    <a:pt x="1963929" y="194382"/>
                    <a:pt x="1958351" y="207850"/>
                    <a:pt x="1948421" y="217781"/>
                  </a:cubicBezTo>
                  <a:cubicBezTo>
                    <a:pt x="1938491" y="227711"/>
                    <a:pt x="1925022" y="233289"/>
                    <a:pt x="1910979" y="233289"/>
                  </a:cubicBezTo>
                  <a:lnTo>
                    <a:pt x="52950" y="233289"/>
                  </a:lnTo>
                  <a:cubicBezTo>
                    <a:pt x="38907" y="233289"/>
                    <a:pt x="25439" y="227711"/>
                    <a:pt x="15509" y="217781"/>
                  </a:cubicBezTo>
                  <a:cubicBezTo>
                    <a:pt x="5579" y="207850"/>
                    <a:pt x="0" y="194382"/>
                    <a:pt x="0" y="180339"/>
                  </a:cubicBezTo>
                  <a:lnTo>
                    <a:pt x="0" y="52950"/>
                  </a:lnTo>
                  <a:cubicBezTo>
                    <a:pt x="0" y="38907"/>
                    <a:pt x="5579" y="25439"/>
                    <a:pt x="15509" y="15509"/>
                  </a:cubicBezTo>
                  <a:cubicBezTo>
                    <a:pt x="25439" y="5579"/>
                    <a:pt x="38907" y="0"/>
                    <a:pt x="5295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1" id="11"/>
            <p:cNvSpPr txBox="true"/>
            <p:nvPr/>
          </p:nvSpPr>
          <p:spPr>
            <a:xfrm>
              <a:off x="0" y="-66675"/>
              <a:ext cx="1963929" cy="299964"/>
            </a:xfrm>
            <a:prstGeom prst="rect">
              <a:avLst/>
            </a:prstGeom>
          </p:spPr>
          <p:txBody>
            <a:bodyPr anchor="ctr" rtlCol="false" tIns="50800" lIns="50800" bIns="50800" rIns="50800"/>
            <a:lstStyle/>
            <a:p>
              <a:pPr algn="ctr">
                <a:lnSpc>
                  <a:spcPts val="3638"/>
                </a:lnSpc>
              </a:pPr>
            </a:p>
          </p:txBody>
        </p:sp>
      </p:grpSp>
      <p:grpSp>
        <p:nvGrpSpPr>
          <p:cNvPr name="Group 12" id="12"/>
          <p:cNvGrpSpPr/>
          <p:nvPr/>
        </p:nvGrpSpPr>
        <p:grpSpPr>
          <a:xfrm rot="0">
            <a:off x="1459442" y="5276639"/>
            <a:ext cx="7456794" cy="885770"/>
            <a:chOff x="0" y="0"/>
            <a:chExt cx="1963929" cy="233289"/>
          </a:xfrm>
        </p:grpSpPr>
        <p:sp>
          <p:nvSpPr>
            <p:cNvPr name="Freeform 13" id="13"/>
            <p:cNvSpPr/>
            <p:nvPr/>
          </p:nvSpPr>
          <p:spPr>
            <a:xfrm flipH="false" flipV="false" rot="0">
              <a:off x="0" y="0"/>
              <a:ext cx="1963929" cy="233289"/>
            </a:xfrm>
            <a:custGeom>
              <a:avLst/>
              <a:gdLst/>
              <a:ahLst/>
              <a:cxnLst/>
              <a:rect r="r" b="b" t="t" l="l"/>
              <a:pathLst>
                <a:path h="233289" w="1963929">
                  <a:moveTo>
                    <a:pt x="52950" y="0"/>
                  </a:moveTo>
                  <a:lnTo>
                    <a:pt x="1910979" y="0"/>
                  </a:lnTo>
                  <a:cubicBezTo>
                    <a:pt x="1925022" y="0"/>
                    <a:pt x="1938491" y="5579"/>
                    <a:pt x="1948421" y="15509"/>
                  </a:cubicBezTo>
                  <a:cubicBezTo>
                    <a:pt x="1958351" y="25439"/>
                    <a:pt x="1963929" y="38907"/>
                    <a:pt x="1963929" y="52950"/>
                  </a:cubicBezTo>
                  <a:lnTo>
                    <a:pt x="1963929" y="180339"/>
                  </a:lnTo>
                  <a:cubicBezTo>
                    <a:pt x="1963929" y="194382"/>
                    <a:pt x="1958351" y="207850"/>
                    <a:pt x="1948421" y="217781"/>
                  </a:cubicBezTo>
                  <a:cubicBezTo>
                    <a:pt x="1938491" y="227711"/>
                    <a:pt x="1925022" y="233289"/>
                    <a:pt x="1910979" y="233289"/>
                  </a:cubicBezTo>
                  <a:lnTo>
                    <a:pt x="52950" y="233289"/>
                  </a:lnTo>
                  <a:cubicBezTo>
                    <a:pt x="38907" y="233289"/>
                    <a:pt x="25439" y="227711"/>
                    <a:pt x="15509" y="217781"/>
                  </a:cubicBezTo>
                  <a:cubicBezTo>
                    <a:pt x="5579" y="207850"/>
                    <a:pt x="0" y="194382"/>
                    <a:pt x="0" y="180339"/>
                  </a:cubicBezTo>
                  <a:lnTo>
                    <a:pt x="0" y="52950"/>
                  </a:lnTo>
                  <a:cubicBezTo>
                    <a:pt x="0" y="38907"/>
                    <a:pt x="5579" y="25439"/>
                    <a:pt x="15509" y="15509"/>
                  </a:cubicBezTo>
                  <a:cubicBezTo>
                    <a:pt x="25439" y="5579"/>
                    <a:pt x="38907" y="0"/>
                    <a:pt x="5295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4" id="14"/>
            <p:cNvSpPr txBox="true"/>
            <p:nvPr/>
          </p:nvSpPr>
          <p:spPr>
            <a:xfrm>
              <a:off x="0" y="-66675"/>
              <a:ext cx="1963929" cy="299964"/>
            </a:xfrm>
            <a:prstGeom prst="rect">
              <a:avLst/>
            </a:prstGeom>
          </p:spPr>
          <p:txBody>
            <a:bodyPr anchor="ctr" rtlCol="false" tIns="50800" lIns="50800" bIns="50800" rIns="50800"/>
            <a:lstStyle/>
            <a:p>
              <a:pPr algn="ctr">
                <a:lnSpc>
                  <a:spcPts val="3638"/>
                </a:lnSpc>
              </a:pPr>
            </a:p>
          </p:txBody>
        </p:sp>
      </p:grpSp>
      <p:grpSp>
        <p:nvGrpSpPr>
          <p:cNvPr name="Group 15" id="15"/>
          <p:cNvGrpSpPr/>
          <p:nvPr/>
        </p:nvGrpSpPr>
        <p:grpSpPr>
          <a:xfrm rot="0">
            <a:off x="9284025" y="5276639"/>
            <a:ext cx="7456794" cy="885770"/>
            <a:chOff x="0" y="0"/>
            <a:chExt cx="1963929" cy="233289"/>
          </a:xfrm>
        </p:grpSpPr>
        <p:sp>
          <p:nvSpPr>
            <p:cNvPr name="Freeform 16" id="16"/>
            <p:cNvSpPr/>
            <p:nvPr/>
          </p:nvSpPr>
          <p:spPr>
            <a:xfrm flipH="false" flipV="false" rot="0">
              <a:off x="0" y="0"/>
              <a:ext cx="1963929" cy="233289"/>
            </a:xfrm>
            <a:custGeom>
              <a:avLst/>
              <a:gdLst/>
              <a:ahLst/>
              <a:cxnLst/>
              <a:rect r="r" b="b" t="t" l="l"/>
              <a:pathLst>
                <a:path h="233289" w="1963929">
                  <a:moveTo>
                    <a:pt x="52950" y="0"/>
                  </a:moveTo>
                  <a:lnTo>
                    <a:pt x="1910979" y="0"/>
                  </a:lnTo>
                  <a:cubicBezTo>
                    <a:pt x="1925022" y="0"/>
                    <a:pt x="1938491" y="5579"/>
                    <a:pt x="1948421" y="15509"/>
                  </a:cubicBezTo>
                  <a:cubicBezTo>
                    <a:pt x="1958351" y="25439"/>
                    <a:pt x="1963929" y="38907"/>
                    <a:pt x="1963929" y="52950"/>
                  </a:cubicBezTo>
                  <a:lnTo>
                    <a:pt x="1963929" y="180339"/>
                  </a:lnTo>
                  <a:cubicBezTo>
                    <a:pt x="1963929" y="194382"/>
                    <a:pt x="1958351" y="207850"/>
                    <a:pt x="1948421" y="217781"/>
                  </a:cubicBezTo>
                  <a:cubicBezTo>
                    <a:pt x="1938491" y="227711"/>
                    <a:pt x="1925022" y="233289"/>
                    <a:pt x="1910979" y="233289"/>
                  </a:cubicBezTo>
                  <a:lnTo>
                    <a:pt x="52950" y="233289"/>
                  </a:lnTo>
                  <a:cubicBezTo>
                    <a:pt x="38907" y="233289"/>
                    <a:pt x="25439" y="227711"/>
                    <a:pt x="15509" y="217781"/>
                  </a:cubicBezTo>
                  <a:cubicBezTo>
                    <a:pt x="5579" y="207850"/>
                    <a:pt x="0" y="194382"/>
                    <a:pt x="0" y="180339"/>
                  </a:cubicBezTo>
                  <a:lnTo>
                    <a:pt x="0" y="52950"/>
                  </a:lnTo>
                  <a:cubicBezTo>
                    <a:pt x="0" y="38907"/>
                    <a:pt x="5579" y="25439"/>
                    <a:pt x="15509" y="15509"/>
                  </a:cubicBezTo>
                  <a:cubicBezTo>
                    <a:pt x="25439" y="5579"/>
                    <a:pt x="38907" y="0"/>
                    <a:pt x="5295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7" id="17"/>
            <p:cNvSpPr txBox="true"/>
            <p:nvPr/>
          </p:nvSpPr>
          <p:spPr>
            <a:xfrm>
              <a:off x="0" y="-66675"/>
              <a:ext cx="1963929" cy="299964"/>
            </a:xfrm>
            <a:prstGeom prst="rect">
              <a:avLst/>
            </a:prstGeom>
          </p:spPr>
          <p:txBody>
            <a:bodyPr anchor="ctr" rtlCol="false" tIns="50800" lIns="50800" bIns="50800" rIns="50800"/>
            <a:lstStyle/>
            <a:p>
              <a:pPr algn="ctr">
                <a:lnSpc>
                  <a:spcPts val="3638"/>
                </a:lnSpc>
              </a:pPr>
            </a:p>
          </p:txBody>
        </p:sp>
      </p:grpSp>
      <p:grpSp>
        <p:nvGrpSpPr>
          <p:cNvPr name="Group 18" id="18"/>
          <p:cNvGrpSpPr/>
          <p:nvPr/>
        </p:nvGrpSpPr>
        <p:grpSpPr>
          <a:xfrm rot="0">
            <a:off x="1459442" y="6343757"/>
            <a:ext cx="7456794" cy="885770"/>
            <a:chOff x="0" y="0"/>
            <a:chExt cx="1963929" cy="233289"/>
          </a:xfrm>
        </p:grpSpPr>
        <p:sp>
          <p:nvSpPr>
            <p:cNvPr name="Freeform 19" id="19"/>
            <p:cNvSpPr/>
            <p:nvPr/>
          </p:nvSpPr>
          <p:spPr>
            <a:xfrm flipH="false" flipV="false" rot="0">
              <a:off x="0" y="0"/>
              <a:ext cx="1963929" cy="233289"/>
            </a:xfrm>
            <a:custGeom>
              <a:avLst/>
              <a:gdLst/>
              <a:ahLst/>
              <a:cxnLst/>
              <a:rect r="r" b="b" t="t" l="l"/>
              <a:pathLst>
                <a:path h="233289" w="1963929">
                  <a:moveTo>
                    <a:pt x="52950" y="0"/>
                  </a:moveTo>
                  <a:lnTo>
                    <a:pt x="1910979" y="0"/>
                  </a:lnTo>
                  <a:cubicBezTo>
                    <a:pt x="1925022" y="0"/>
                    <a:pt x="1938491" y="5579"/>
                    <a:pt x="1948421" y="15509"/>
                  </a:cubicBezTo>
                  <a:cubicBezTo>
                    <a:pt x="1958351" y="25439"/>
                    <a:pt x="1963929" y="38907"/>
                    <a:pt x="1963929" y="52950"/>
                  </a:cubicBezTo>
                  <a:lnTo>
                    <a:pt x="1963929" y="180339"/>
                  </a:lnTo>
                  <a:cubicBezTo>
                    <a:pt x="1963929" y="194382"/>
                    <a:pt x="1958351" y="207850"/>
                    <a:pt x="1948421" y="217781"/>
                  </a:cubicBezTo>
                  <a:cubicBezTo>
                    <a:pt x="1938491" y="227711"/>
                    <a:pt x="1925022" y="233289"/>
                    <a:pt x="1910979" y="233289"/>
                  </a:cubicBezTo>
                  <a:lnTo>
                    <a:pt x="52950" y="233289"/>
                  </a:lnTo>
                  <a:cubicBezTo>
                    <a:pt x="38907" y="233289"/>
                    <a:pt x="25439" y="227711"/>
                    <a:pt x="15509" y="217781"/>
                  </a:cubicBezTo>
                  <a:cubicBezTo>
                    <a:pt x="5579" y="207850"/>
                    <a:pt x="0" y="194382"/>
                    <a:pt x="0" y="180339"/>
                  </a:cubicBezTo>
                  <a:lnTo>
                    <a:pt x="0" y="52950"/>
                  </a:lnTo>
                  <a:cubicBezTo>
                    <a:pt x="0" y="38907"/>
                    <a:pt x="5579" y="25439"/>
                    <a:pt x="15509" y="15509"/>
                  </a:cubicBezTo>
                  <a:cubicBezTo>
                    <a:pt x="25439" y="5579"/>
                    <a:pt x="38907" y="0"/>
                    <a:pt x="5295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20" id="20"/>
            <p:cNvSpPr txBox="true"/>
            <p:nvPr/>
          </p:nvSpPr>
          <p:spPr>
            <a:xfrm>
              <a:off x="0" y="-66675"/>
              <a:ext cx="1963929" cy="299964"/>
            </a:xfrm>
            <a:prstGeom prst="rect">
              <a:avLst/>
            </a:prstGeom>
          </p:spPr>
          <p:txBody>
            <a:bodyPr anchor="ctr" rtlCol="false" tIns="50800" lIns="50800" bIns="50800" rIns="50800"/>
            <a:lstStyle/>
            <a:p>
              <a:pPr algn="ctr">
                <a:lnSpc>
                  <a:spcPts val="3638"/>
                </a:lnSpc>
              </a:pPr>
            </a:p>
          </p:txBody>
        </p:sp>
      </p:grpSp>
      <p:grpSp>
        <p:nvGrpSpPr>
          <p:cNvPr name="Group 21" id="21"/>
          <p:cNvGrpSpPr/>
          <p:nvPr/>
        </p:nvGrpSpPr>
        <p:grpSpPr>
          <a:xfrm rot="0">
            <a:off x="9284025" y="6343757"/>
            <a:ext cx="7456794" cy="885770"/>
            <a:chOff x="0" y="0"/>
            <a:chExt cx="1963929" cy="233289"/>
          </a:xfrm>
        </p:grpSpPr>
        <p:sp>
          <p:nvSpPr>
            <p:cNvPr name="Freeform 22" id="22"/>
            <p:cNvSpPr/>
            <p:nvPr/>
          </p:nvSpPr>
          <p:spPr>
            <a:xfrm flipH="false" flipV="false" rot="0">
              <a:off x="0" y="0"/>
              <a:ext cx="1963929" cy="233289"/>
            </a:xfrm>
            <a:custGeom>
              <a:avLst/>
              <a:gdLst/>
              <a:ahLst/>
              <a:cxnLst/>
              <a:rect r="r" b="b" t="t" l="l"/>
              <a:pathLst>
                <a:path h="233289" w="1963929">
                  <a:moveTo>
                    <a:pt x="52950" y="0"/>
                  </a:moveTo>
                  <a:lnTo>
                    <a:pt x="1910979" y="0"/>
                  </a:lnTo>
                  <a:cubicBezTo>
                    <a:pt x="1925022" y="0"/>
                    <a:pt x="1938491" y="5579"/>
                    <a:pt x="1948421" y="15509"/>
                  </a:cubicBezTo>
                  <a:cubicBezTo>
                    <a:pt x="1958351" y="25439"/>
                    <a:pt x="1963929" y="38907"/>
                    <a:pt x="1963929" y="52950"/>
                  </a:cubicBezTo>
                  <a:lnTo>
                    <a:pt x="1963929" y="180339"/>
                  </a:lnTo>
                  <a:cubicBezTo>
                    <a:pt x="1963929" y="194382"/>
                    <a:pt x="1958351" y="207850"/>
                    <a:pt x="1948421" y="217781"/>
                  </a:cubicBezTo>
                  <a:cubicBezTo>
                    <a:pt x="1938491" y="227711"/>
                    <a:pt x="1925022" y="233289"/>
                    <a:pt x="1910979" y="233289"/>
                  </a:cubicBezTo>
                  <a:lnTo>
                    <a:pt x="52950" y="233289"/>
                  </a:lnTo>
                  <a:cubicBezTo>
                    <a:pt x="38907" y="233289"/>
                    <a:pt x="25439" y="227711"/>
                    <a:pt x="15509" y="217781"/>
                  </a:cubicBezTo>
                  <a:cubicBezTo>
                    <a:pt x="5579" y="207850"/>
                    <a:pt x="0" y="194382"/>
                    <a:pt x="0" y="180339"/>
                  </a:cubicBezTo>
                  <a:lnTo>
                    <a:pt x="0" y="52950"/>
                  </a:lnTo>
                  <a:cubicBezTo>
                    <a:pt x="0" y="38907"/>
                    <a:pt x="5579" y="25439"/>
                    <a:pt x="15509" y="15509"/>
                  </a:cubicBezTo>
                  <a:cubicBezTo>
                    <a:pt x="25439" y="5579"/>
                    <a:pt x="38907" y="0"/>
                    <a:pt x="5295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23" id="23"/>
            <p:cNvSpPr txBox="true"/>
            <p:nvPr/>
          </p:nvSpPr>
          <p:spPr>
            <a:xfrm>
              <a:off x="0" y="-66675"/>
              <a:ext cx="1963929" cy="299964"/>
            </a:xfrm>
            <a:prstGeom prst="rect">
              <a:avLst/>
            </a:prstGeom>
          </p:spPr>
          <p:txBody>
            <a:bodyPr anchor="ctr" rtlCol="false" tIns="50800" lIns="50800" bIns="50800" rIns="50800"/>
            <a:lstStyle/>
            <a:p>
              <a:pPr algn="ctr">
                <a:lnSpc>
                  <a:spcPts val="3638"/>
                </a:lnSpc>
              </a:pPr>
            </a:p>
          </p:txBody>
        </p:sp>
      </p:grpSp>
      <p:grpSp>
        <p:nvGrpSpPr>
          <p:cNvPr name="Group 24" id="24"/>
          <p:cNvGrpSpPr/>
          <p:nvPr/>
        </p:nvGrpSpPr>
        <p:grpSpPr>
          <a:xfrm rot="0">
            <a:off x="1459442" y="7410874"/>
            <a:ext cx="7456794" cy="885770"/>
            <a:chOff x="0" y="0"/>
            <a:chExt cx="1963929" cy="233289"/>
          </a:xfrm>
        </p:grpSpPr>
        <p:sp>
          <p:nvSpPr>
            <p:cNvPr name="Freeform 25" id="25"/>
            <p:cNvSpPr/>
            <p:nvPr/>
          </p:nvSpPr>
          <p:spPr>
            <a:xfrm flipH="false" flipV="false" rot="0">
              <a:off x="0" y="0"/>
              <a:ext cx="1963929" cy="233289"/>
            </a:xfrm>
            <a:custGeom>
              <a:avLst/>
              <a:gdLst/>
              <a:ahLst/>
              <a:cxnLst/>
              <a:rect r="r" b="b" t="t" l="l"/>
              <a:pathLst>
                <a:path h="233289" w="1963929">
                  <a:moveTo>
                    <a:pt x="52950" y="0"/>
                  </a:moveTo>
                  <a:lnTo>
                    <a:pt x="1910979" y="0"/>
                  </a:lnTo>
                  <a:cubicBezTo>
                    <a:pt x="1925022" y="0"/>
                    <a:pt x="1938491" y="5579"/>
                    <a:pt x="1948421" y="15509"/>
                  </a:cubicBezTo>
                  <a:cubicBezTo>
                    <a:pt x="1958351" y="25439"/>
                    <a:pt x="1963929" y="38907"/>
                    <a:pt x="1963929" y="52950"/>
                  </a:cubicBezTo>
                  <a:lnTo>
                    <a:pt x="1963929" y="180339"/>
                  </a:lnTo>
                  <a:cubicBezTo>
                    <a:pt x="1963929" y="194382"/>
                    <a:pt x="1958351" y="207850"/>
                    <a:pt x="1948421" y="217781"/>
                  </a:cubicBezTo>
                  <a:cubicBezTo>
                    <a:pt x="1938491" y="227711"/>
                    <a:pt x="1925022" y="233289"/>
                    <a:pt x="1910979" y="233289"/>
                  </a:cubicBezTo>
                  <a:lnTo>
                    <a:pt x="52950" y="233289"/>
                  </a:lnTo>
                  <a:cubicBezTo>
                    <a:pt x="38907" y="233289"/>
                    <a:pt x="25439" y="227711"/>
                    <a:pt x="15509" y="217781"/>
                  </a:cubicBezTo>
                  <a:cubicBezTo>
                    <a:pt x="5579" y="207850"/>
                    <a:pt x="0" y="194382"/>
                    <a:pt x="0" y="180339"/>
                  </a:cubicBezTo>
                  <a:lnTo>
                    <a:pt x="0" y="52950"/>
                  </a:lnTo>
                  <a:cubicBezTo>
                    <a:pt x="0" y="38907"/>
                    <a:pt x="5579" y="25439"/>
                    <a:pt x="15509" y="15509"/>
                  </a:cubicBezTo>
                  <a:cubicBezTo>
                    <a:pt x="25439" y="5579"/>
                    <a:pt x="38907" y="0"/>
                    <a:pt x="5295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26" id="26"/>
            <p:cNvSpPr txBox="true"/>
            <p:nvPr/>
          </p:nvSpPr>
          <p:spPr>
            <a:xfrm>
              <a:off x="0" y="-66675"/>
              <a:ext cx="1963929" cy="299964"/>
            </a:xfrm>
            <a:prstGeom prst="rect">
              <a:avLst/>
            </a:prstGeom>
          </p:spPr>
          <p:txBody>
            <a:bodyPr anchor="ctr" rtlCol="false" tIns="50800" lIns="50800" bIns="50800" rIns="50800"/>
            <a:lstStyle/>
            <a:p>
              <a:pPr algn="ctr">
                <a:lnSpc>
                  <a:spcPts val="3638"/>
                </a:lnSpc>
              </a:pPr>
            </a:p>
          </p:txBody>
        </p:sp>
      </p:grpSp>
      <p:grpSp>
        <p:nvGrpSpPr>
          <p:cNvPr name="Group 27" id="27"/>
          <p:cNvGrpSpPr/>
          <p:nvPr/>
        </p:nvGrpSpPr>
        <p:grpSpPr>
          <a:xfrm rot="0">
            <a:off x="9284025" y="7410874"/>
            <a:ext cx="7456794" cy="885770"/>
            <a:chOff x="0" y="0"/>
            <a:chExt cx="1963929" cy="233289"/>
          </a:xfrm>
        </p:grpSpPr>
        <p:sp>
          <p:nvSpPr>
            <p:cNvPr name="Freeform 28" id="28"/>
            <p:cNvSpPr/>
            <p:nvPr/>
          </p:nvSpPr>
          <p:spPr>
            <a:xfrm flipH="false" flipV="false" rot="0">
              <a:off x="0" y="0"/>
              <a:ext cx="1963929" cy="233289"/>
            </a:xfrm>
            <a:custGeom>
              <a:avLst/>
              <a:gdLst/>
              <a:ahLst/>
              <a:cxnLst/>
              <a:rect r="r" b="b" t="t" l="l"/>
              <a:pathLst>
                <a:path h="233289" w="1963929">
                  <a:moveTo>
                    <a:pt x="52950" y="0"/>
                  </a:moveTo>
                  <a:lnTo>
                    <a:pt x="1910979" y="0"/>
                  </a:lnTo>
                  <a:cubicBezTo>
                    <a:pt x="1925022" y="0"/>
                    <a:pt x="1938491" y="5579"/>
                    <a:pt x="1948421" y="15509"/>
                  </a:cubicBezTo>
                  <a:cubicBezTo>
                    <a:pt x="1958351" y="25439"/>
                    <a:pt x="1963929" y="38907"/>
                    <a:pt x="1963929" y="52950"/>
                  </a:cubicBezTo>
                  <a:lnTo>
                    <a:pt x="1963929" y="180339"/>
                  </a:lnTo>
                  <a:cubicBezTo>
                    <a:pt x="1963929" y="194382"/>
                    <a:pt x="1958351" y="207850"/>
                    <a:pt x="1948421" y="217781"/>
                  </a:cubicBezTo>
                  <a:cubicBezTo>
                    <a:pt x="1938491" y="227711"/>
                    <a:pt x="1925022" y="233289"/>
                    <a:pt x="1910979" y="233289"/>
                  </a:cubicBezTo>
                  <a:lnTo>
                    <a:pt x="52950" y="233289"/>
                  </a:lnTo>
                  <a:cubicBezTo>
                    <a:pt x="38907" y="233289"/>
                    <a:pt x="25439" y="227711"/>
                    <a:pt x="15509" y="217781"/>
                  </a:cubicBezTo>
                  <a:cubicBezTo>
                    <a:pt x="5579" y="207850"/>
                    <a:pt x="0" y="194382"/>
                    <a:pt x="0" y="180339"/>
                  </a:cubicBezTo>
                  <a:lnTo>
                    <a:pt x="0" y="52950"/>
                  </a:lnTo>
                  <a:cubicBezTo>
                    <a:pt x="0" y="38907"/>
                    <a:pt x="5579" y="25439"/>
                    <a:pt x="15509" y="15509"/>
                  </a:cubicBezTo>
                  <a:cubicBezTo>
                    <a:pt x="25439" y="5579"/>
                    <a:pt x="38907" y="0"/>
                    <a:pt x="52950" y="0"/>
                  </a:cubicBezTo>
                  <a:close/>
                </a:path>
              </a:pathLst>
            </a:custGeom>
            <a:solidFill>
              <a:srgbClr val="FFFFFF"/>
            </a:solidFill>
            <a:ln w="9525" cap="rnd">
              <a:gradFill>
                <a:gsLst>
                  <a:gs pos="0">
                    <a:srgbClr val="FFFFFF">
                      <a:alpha val="100000"/>
                    </a:srgbClr>
                  </a:gs>
                  <a:gs pos="100000">
                    <a:srgbClr val="DBE3EB">
                      <a:alpha val="100000"/>
                    </a:srgbClr>
                  </a:gs>
                </a:gsLst>
                <a:lin ang="0"/>
              </a:gradFill>
              <a:prstDash val="solid"/>
              <a:round/>
            </a:ln>
          </p:spPr>
        </p:sp>
        <p:sp>
          <p:nvSpPr>
            <p:cNvPr name="TextBox 29" id="29"/>
            <p:cNvSpPr txBox="true"/>
            <p:nvPr/>
          </p:nvSpPr>
          <p:spPr>
            <a:xfrm>
              <a:off x="0" y="-66675"/>
              <a:ext cx="1963929" cy="299964"/>
            </a:xfrm>
            <a:prstGeom prst="rect">
              <a:avLst/>
            </a:prstGeom>
          </p:spPr>
          <p:txBody>
            <a:bodyPr anchor="ctr" rtlCol="false" tIns="50800" lIns="50800" bIns="50800" rIns="50800"/>
            <a:lstStyle/>
            <a:p>
              <a:pPr algn="ctr">
                <a:lnSpc>
                  <a:spcPts val="3638"/>
                </a:lnSpc>
              </a:pPr>
            </a:p>
          </p:txBody>
        </p:sp>
      </p:grpSp>
      <p:grpSp>
        <p:nvGrpSpPr>
          <p:cNvPr name="Group 30" id="30"/>
          <p:cNvGrpSpPr/>
          <p:nvPr/>
        </p:nvGrpSpPr>
        <p:grpSpPr>
          <a:xfrm rot="0">
            <a:off x="1459442" y="8477991"/>
            <a:ext cx="7456794" cy="885770"/>
            <a:chOff x="0" y="0"/>
            <a:chExt cx="1963929" cy="233289"/>
          </a:xfrm>
        </p:grpSpPr>
        <p:sp>
          <p:nvSpPr>
            <p:cNvPr name="Freeform 31" id="31"/>
            <p:cNvSpPr/>
            <p:nvPr/>
          </p:nvSpPr>
          <p:spPr>
            <a:xfrm flipH="false" flipV="false" rot="0">
              <a:off x="0" y="0"/>
              <a:ext cx="1963929" cy="233289"/>
            </a:xfrm>
            <a:custGeom>
              <a:avLst/>
              <a:gdLst/>
              <a:ahLst/>
              <a:cxnLst/>
              <a:rect r="r" b="b" t="t" l="l"/>
              <a:pathLst>
                <a:path h="233289" w="1963929">
                  <a:moveTo>
                    <a:pt x="52950" y="0"/>
                  </a:moveTo>
                  <a:lnTo>
                    <a:pt x="1910979" y="0"/>
                  </a:lnTo>
                  <a:cubicBezTo>
                    <a:pt x="1925022" y="0"/>
                    <a:pt x="1938491" y="5579"/>
                    <a:pt x="1948421" y="15509"/>
                  </a:cubicBezTo>
                  <a:cubicBezTo>
                    <a:pt x="1958351" y="25439"/>
                    <a:pt x="1963929" y="38907"/>
                    <a:pt x="1963929" y="52950"/>
                  </a:cubicBezTo>
                  <a:lnTo>
                    <a:pt x="1963929" y="180339"/>
                  </a:lnTo>
                  <a:cubicBezTo>
                    <a:pt x="1963929" y="194382"/>
                    <a:pt x="1958351" y="207850"/>
                    <a:pt x="1948421" y="217781"/>
                  </a:cubicBezTo>
                  <a:cubicBezTo>
                    <a:pt x="1938491" y="227711"/>
                    <a:pt x="1925022" y="233289"/>
                    <a:pt x="1910979" y="233289"/>
                  </a:cubicBezTo>
                  <a:lnTo>
                    <a:pt x="52950" y="233289"/>
                  </a:lnTo>
                  <a:cubicBezTo>
                    <a:pt x="38907" y="233289"/>
                    <a:pt x="25439" y="227711"/>
                    <a:pt x="15509" y="217781"/>
                  </a:cubicBezTo>
                  <a:cubicBezTo>
                    <a:pt x="5579" y="207850"/>
                    <a:pt x="0" y="194382"/>
                    <a:pt x="0" y="180339"/>
                  </a:cubicBezTo>
                  <a:lnTo>
                    <a:pt x="0" y="52950"/>
                  </a:lnTo>
                  <a:cubicBezTo>
                    <a:pt x="0" y="38907"/>
                    <a:pt x="5579" y="25439"/>
                    <a:pt x="15509" y="15509"/>
                  </a:cubicBezTo>
                  <a:cubicBezTo>
                    <a:pt x="25439" y="5579"/>
                    <a:pt x="38907" y="0"/>
                    <a:pt x="5295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32" id="32"/>
            <p:cNvSpPr txBox="true"/>
            <p:nvPr/>
          </p:nvSpPr>
          <p:spPr>
            <a:xfrm>
              <a:off x="0" y="-66675"/>
              <a:ext cx="1963929" cy="299964"/>
            </a:xfrm>
            <a:prstGeom prst="rect">
              <a:avLst/>
            </a:prstGeom>
          </p:spPr>
          <p:txBody>
            <a:bodyPr anchor="ctr" rtlCol="false" tIns="50800" lIns="50800" bIns="50800" rIns="50800"/>
            <a:lstStyle/>
            <a:p>
              <a:pPr algn="ctr">
                <a:lnSpc>
                  <a:spcPts val="3638"/>
                </a:lnSpc>
              </a:pPr>
            </a:p>
          </p:txBody>
        </p:sp>
      </p:grpSp>
      <p:grpSp>
        <p:nvGrpSpPr>
          <p:cNvPr name="Group 33" id="33"/>
          <p:cNvGrpSpPr/>
          <p:nvPr/>
        </p:nvGrpSpPr>
        <p:grpSpPr>
          <a:xfrm rot="0">
            <a:off x="9284025" y="8477991"/>
            <a:ext cx="7456794" cy="885770"/>
            <a:chOff x="0" y="0"/>
            <a:chExt cx="1963929" cy="233289"/>
          </a:xfrm>
        </p:grpSpPr>
        <p:sp>
          <p:nvSpPr>
            <p:cNvPr name="Freeform 34" id="34"/>
            <p:cNvSpPr/>
            <p:nvPr/>
          </p:nvSpPr>
          <p:spPr>
            <a:xfrm flipH="false" flipV="false" rot="0">
              <a:off x="0" y="0"/>
              <a:ext cx="1963929" cy="233289"/>
            </a:xfrm>
            <a:custGeom>
              <a:avLst/>
              <a:gdLst/>
              <a:ahLst/>
              <a:cxnLst/>
              <a:rect r="r" b="b" t="t" l="l"/>
              <a:pathLst>
                <a:path h="233289" w="1963929">
                  <a:moveTo>
                    <a:pt x="52950" y="0"/>
                  </a:moveTo>
                  <a:lnTo>
                    <a:pt x="1910979" y="0"/>
                  </a:lnTo>
                  <a:cubicBezTo>
                    <a:pt x="1925022" y="0"/>
                    <a:pt x="1938491" y="5579"/>
                    <a:pt x="1948421" y="15509"/>
                  </a:cubicBezTo>
                  <a:cubicBezTo>
                    <a:pt x="1958351" y="25439"/>
                    <a:pt x="1963929" y="38907"/>
                    <a:pt x="1963929" y="52950"/>
                  </a:cubicBezTo>
                  <a:lnTo>
                    <a:pt x="1963929" y="180339"/>
                  </a:lnTo>
                  <a:cubicBezTo>
                    <a:pt x="1963929" y="194382"/>
                    <a:pt x="1958351" y="207850"/>
                    <a:pt x="1948421" y="217781"/>
                  </a:cubicBezTo>
                  <a:cubicBezTo>
                    <a:pt x="1938491" y="227711"/>
                    <a:pt x="1925022" y="233289"/>
                    <a:pt x="1910979" y="233289"/>
                  </a:cubicBezTo>
                  <a:lnTo>
                    <a:pt x="52950" y="233289"/>
                  </a:lnTo>
                  <a:cubicBezTo>
                    <a:pt x="38907" y="233289"/>
                    <a:pt x="25439" y="227711"/>
                    <a:pt x="15509" y="217781"/>
                  </a:cubicBezTo>
                  <a:cubicBezTo>
                    <a:pt x="5579" y="207850"/>
                    <a:pt x="0" y="194382"/>
                    <a:pt x="0" y="180339"/>
                  </a:cubicBezTo>
                  <a:lnTo>
                    <a:pt x="0" y="52950"/>
                  </a:lnTo>
                  <a:cubicBezTo>
                    <a:pt x="0" y="38907"/>
                    <a:pt x="5579" y="25439"/>
                    <a:pt x="15509" y="15509"/>
                  </a:cubicBezTo>
                  <a:cubicBezTo>
                    <a:pt x="25439" y="5579"/>
                    <a:pt x="38907" y="0"/>
                    <a:pt x="5295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35" id="35"/>
            <p:cNvSpPr txBox="true"/>
            <p:nvPr/>
          </p:nvSpPr>
          <p:spPr>
            <a:xfrm>
              <a:off x="0" y="-66675"/>
              <a:ext cx="1963929" cy="299964"/>
            </a:xfrm>
            <a:prstGeom prst="rect">
              <a:avLst/>
            </a:prstGeom>
          </p:spPr>
          <p:txBody>
            <a:bodyPr anchor="ctr" rtlCol="false" tIns="50800" lIns="50800" bIns="50800" rIns="50800"/>
            <a:lstStyle/>
            <a:p>
              <a:pPr algn="ctr">
                <a:lnSpc>
                  <a:spcPts val="3638"/>
                </a:lnSpc>
              </a:pPr>
            </a:p>
          </p:txBody>
        </p:sp>
      </p:grpSp>
      <p:grpSp>
        <p:nvGrpSpPr>
          <p:cNvPr name="Group 36" id="36"/>
          <p:cNvGrpSpPr/>
          <p:nvPr/>
        </p:nvGrpSpPr>
        <p:grpSpPr>
          <a:xfrm rot="0">
            <a:off x="1028700" y="1569930"/>
            <a:ext cx="16230600" cy="63804"/>
            <a:chOff x="0" y="0"/>
            <a:chExt cx="4052983" cy="15933"/>
          </a:xfrm>
        </p:grpSpPr>
        <p:sp>
          <p:nvSpPr>
            <p:cNvPr name="Freeform 37" id="3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38" id="3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grpSp>
        <p:nvGrpSpPr>
          <p:cNvPr name="Group 39" id="39"/>
          <p:cNvGrpSpPr/>
          <p:nvPr/>
        </p:nvGrpSpPr>
        <p:grpSpPr>
          <a:xfrm rot="0">
            <a:off x="8356351" y="4554892"/>
            <a:ext cx="195032" cy="195032"/>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1" id="41"/>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42" id="42"/>
          <p:cNvGrpSpPr/>
          <p:nvPr/>
        </p:nvGrpSpPr>
        <p:grpSpPr>
          <a:xfrm rot="0">
            <a:off x="16169434" y="4554892"/>
            <a:ext cx="195032" cy="195032"/>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C5FB"/>
            </a:solidFill>
          </p:spPr>
        </p:sp>
        <p:sp>
          <p:nvSpPr>
            <p:cNvPr name="TextBox 44" id="44"/>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45" id="45"/>
          <p:cNvGrpSpPr/>
          <p:nvPr/>
        </p:nvGrpSpPr>
        <p:grpSpPr>
          <a:xfrm rot="0">
            <a:off x="8356351" y="5622009"/>
            <a:ext cx="195032" cy="195032"/>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7" id="47"/>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48" id="48"/>
          <p:cNvGrpSpPr/>
          <p:nvPr/>
        </p:nvGrpSpPr>
        <p:grpSpPr>
          <a:xfrm rot="0">
            <a:off x="16169434" y="5622009"/>
            <a:ext cx="195032" cy="195032"/>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0" id="50"/>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51" id="51"/>
          <p:cNvGrpSpPr/>
          <p:nvPr/>
        </p:nvGrpSpPr>
        <p:grpSpPr>
          <a:xfrm rot="0">
            <a:off x="8142269" y="4554892"/>
            <a:ext cx="195032" cy="195032"/>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3" id="53"/>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54" id="54"/>
          <p:cNvGrpSpPr/>
          <p:nvPr/>
        </p:nvGrpSpPr>
        <p:grpSpPr>
          <a:xfrm rot="0">
            <a:off x="15955352" y="4554892"/>
            <a:ext cx="195032" cy="195032"/>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C5FB"/>
            </a:solidFill>
          </p:spPr>
        </p:sp>
        <p:sp>
          <p:nvSpPr>
            <p:cNvPr name="TextBox 56" id="56"/>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57" id="57"/>
          <p:cNvGrpSpPr/>
          <p:nvPr/>
        </p:nvGrpSpPr>
        <p:grpSpPr>
          <a:xfrm rot="0">
            <a:off x="8142269" y="5622009"/>
            <a:ext cx="195032" cy="195032"/>
            <a:chOff x="0" y="0"/>
            <a:chExt cx="812800" cy="812800"/>
          </a:xfrm>
        </p:grpSpPr>
        <p:sp>
          <p:nvSpPr>
            <p:cNvPr name="Freeform 58" id="5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9" id="59"/>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60" id="60"/>
          <p:cNvGrpSpPr/>
          <p:nvPr/>
        </p:nvGrpSpPr>
        <p:grpSpPr>
          <a:xfrm rot="0">
            <a:off x="15955352" y="5622009"/>
            <a:ext cx="195032" cy="195032"/>
            <a:chOff x="0" y="0"/>
            <a:chExt cx="812800" cy="812800"/>
          </a:xfrm>
        </p:grpSpPr>
        <p:sp>
          <p:nvSpPr>
            <p:cNvPr name="Freeform 61" id="6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2" id="62"/>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sp>
        <p:nvSpPr>
          <p:cNvPr name="TextBox 63" id="63"/>
          <p:cNvSpPr txBox="true"/>
          <p:nvPr/>
        </p:nvSpPr>
        <p:spPr>
          <a:xfrm rot="0">
            <a:off x="2450498" y="2243334"/>
            <a:ext cx="13387005" cy="1537564"/>
          </a:xfrm>
          <a:prstGeom prst="rect">
            <a:avLst/>
          </a:prstGeom>
        </p:spPr>
        <p:txBody>
          <a:bodyPr anchor="t" rtlCol="false" tIns="0" lIns="0" bIns="0" rIns="0">
            <a:spAutoFit/>
          </a:bodyPr>
          <a:lstStyle/>
          <a:p>
            <a:pPr algn="ctr" marL="0" indent="0" lvl="0">
              <a:lnSpc>
                <a:spcPts val="10713"/>
              </a:lnSpc>
              <a:spcBef>
                <a:spcPct val="0"/>
              </a:spcBef>
            </a:pPr>
            <a:r>
              <a:rPr lang="en-US" sz="13392" spc="-1071">
                <a:solidFill>
                  <a:srgbClr val="F9F9F9"/>
                </a:solidFill>
                <a:latin typeface="Cy Grotesk V3 Key"/>
                <a:ea typeface="Cy Grotesk V3 Key"/>
                <a:cs typeface="Cy Grotesk V3 Key"/>
                <a:sym typeface="Cy Grotesk V3 Key"/>
              </a:rPr>
              <a:t>Lis</a:t>
            </a:r>
            <a:r>
              <a:rPr lang="en-US" sz="13392" spc="-1071">
                <a:solidFill>
                  <a:srgbClr val="F9F9F9"/>
                </a:solidFill>
                <a:latin typeface="Cy Grotesk V3 Key"/>
                <a:ea typeface="Cy Grotesk V3 Key"/>
                <a:cs typeface="Cy Grotesk V3 Key"/>
                <a:sym typeface="Cy Grotesk V3 Key"/>
              </a:rPr>
              <a:t>t of Content</a:t>
            </a:r>
          </a:p>
        </p:txBody>
      </p:sp>
      <p:sp>
        <p:nvSpPr>
          <p:cNvPr name="TextBox 64" id="64"/>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Larana Company</a:t>
            </a:r>
          </a:p>
        </p:txBody>
      </p:sp>
      <p:sp>
        <p:nvSpPr>
          <p:cNvPr name="TextBox 65" id="65"/>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Pitch Deck Business Presentation</a:t>
            </a:r>
          </a:p>
        </p:txBody>
      </p:sp>
      <p:sp>
        <p:nvSpPr>
          <p:cNvPr name="TextBox 66" id="66"/>
          <p:cNvSpPr txBox="true"/>
          <p:nvPr/>
        </p:nvSpPr>
        <p:spPr>
          <a:xfrm rot="0">
            <a:off x="1850921" y="4248548"/>
            <a:ext cx="1139957" cy="721995"/>
          </a:xfrm>
          <a:prstGeom prst="rect">
            <a:avLst/>
          </a:prstGeom>
        </p:spPr>
        <p:txBody>
          <a:bodyPr anchor="t" rtlCol="false" tIns="0" lIns="0" bIns="0" rIns="0">
            <a:spAutoFit/>
          </a:bodyPr>
          <a:lstStyle/>
          <a:p>
            <a:pPr algn="l">
              <a:lnSpc>
                <a:spcPts val="5880"/>
              </a:lnSpc>
            </a:pPr>
            <a:r>
              <a:rPr lang="en-US" b="true" sz="4200" spc="-147">
                <a:solidFill>
                  <a:srgbClr val="FFFFFF"/>
                </a:solidFill>
                <a:latin typeface="HK Grotesk Bold"/>
                <a:ea typeface="HK Grotesk Bold"/>
                <a:cs typeface="HK Grotesk Bold"/>
                <a:sym typeface="HK Grotesk Bold"/>
              </a:rPr>
              <a:t>01</a:t>
            </a:r>
          </a:p>
        </p:txBody>
      </p:sp>
      <p:sp>
        <p:nvSpPr>
          <p:cNvPr name="TextBox 67" id="67"/>
          <p:cNvSpPr txBox="true"/>
          <p:nvPr/>
        </p:nvSpPr>
        <p:spPr>
          <a:xfrm rot="0">
            <a:off x="9658723" y="4248548"/>
            <a:ext cx="1139957" cy="721995"/>
          </a:xfrm>
          <a:prstGeom prst="rect">
            <a:avLst/>
          </a:prstGeom>
        </p:spPr>
        <p:txBody>
          <a:bodyPr anchor="t" rtlCol="false" tIns="0" lIns="0" bIns="0" rIns="0">
            <a:spAutoFit/>
          </a:bodyPr>
          <a:lstStyle/>
          <a:p>
            <a:pPr algn="l" marL="0" indent="0" lvl="0">
              <a:lnSpc>
                <a:spcPts val="5880"/>
              </a:lnSpc>
              <a:spcBef>
                <a:spcPct val="0"/>
              </a:spcBef>
            </a:pPr>
            <a:r>
              <a:rPr lang="en-US" b="true" sz="4200" spc="-147" strike="noStrike" u="none">
                <a:solidFill>
                  <a:srgbClr val="47C5FB"/>
                </a:solidFill>
                <a:latin typeface="HK Grotesk Bold"/>
                <a:ea typeface="HK Grotesk Bold"/>
                <a:cs typeface="HK Grotesk Bold"/>
                <a:sym typeface="HK Grotesk Bold"/>
              </a:rPr>
              <a:t>06</a:t>
            </a:r>
          </a:p>
        </p:txBody>
      </p:sp>
      <p:sp>
        <p:nvSpPr>
          <p:cNvPr name="TextBox 68" id="68"/>
          <p:cNvSpPr txBox="true"/>
          <p:nvPr/>
        </p:nvSpPr>
        <p:spPr>
          <a:xfrm rot="0">
            <a:off x="1831871" y="5315665"/>
            <a:ext cx="1139957" cy="721995"/>
          </a:xfrm>
          <a:prstGeom prst="rect">
            <a:avLst/>
          </a:prstGeom>
        </p:spPr>
        <p:txBody>
          <a:bodyPr anchor="t" rtlCol="false" tIns="0" lIns="0" bIns="0" rIns="0">
            <a:spAutoFit/>
          </a:bodyPr>
          <a:lstStyle/>
          <a:p>
            <a:pPr algn="l" marL="0" indent="0" lvl="0">
              <a:lnSpc>
                <a:spcPts val="5880"/>
              </a:lnSpc>
              <a:spcBef>
                <a:spcPct val="0"/>
              </a:spcBef>
            </a:pPr>
            <a:r>
              <a:rPr lang="en-US" b="true" sz="4200" spc="-147" strike="noStrike" u="none">
                <a:solidFill>
                  <a:srgbClr val="FFFFFF"/>
                </a:solidFill>
                <a:latin typeface="HK Grotesk Bold"/>
                <a:ea typeface="HK Grotesk Bold"/>
                <a:cs typeface="HK Grotesk Bold"/>
                <a:sym typeface="HK Grotesk Bold"/>
              </a:rPr>
              <a:t>02</a:t>
            </a:r>
          </a:p>
        </p:txBody>
      </p:sp>
      <p:sp>
        <p:nvSpPr>
          <p:cNvPr name="TextBox 69" id="69"/>
          <p:cNvSpPr txBox="true"/>
          <p:nvPr/>
        </p:nvSpPr>
        <p:spPr>
          <a:xfrm rot="0">
            <a:off x="9658723" y="5315665"/>
            <a:ext cx="1139957" cy="721995"/>
          </a:xfrm>
          <a:prstGeom prst="rect">
            <a:avLst/>
          </a:prstGeom>
        </p:spPr>
        <p:txBody>
          <a:bodyPr anchor="t" rtlCol="false" tIns="0" lIns="0" bIns="0" rIns="0">
            <a:spAutoFit/>
          </a:bodyPr>
          <a:lstStyle/>
          <a:p>
            <a:pPr algn="l" marL="0" indent="0" lvl="0">
              <a:lnSpc>
                <a:spcPts val="5880"/>
              </a:lnSpc>
              <a:spcBef>
                <a:spcPct val="0"/>
              </a:spcBef>
            </a:pPr>
            <a:r>
              <a:rPr lang="en-US" b="true" sz="4200" spc="-147" strike="noStrike" u="none">
                <a:solidFill>
                  <a:srgbClr val="FFFFFF"/>
                </a:solidFill>
                <a:latin typeface="HK Grotesk Bold"/>
                <a:ea typeface="HK Grotesk Bold"/>
                <a:cs typeface="HK Grotesk Bold"/>
                <a:sym typeface="HK Grotesk Bold"/>
              </a:rPr>
              <a:t>07</a:t>
            </a:r>
          </a:p>
        </p:txBody>
      </p:sp>
      <p:sp>
        <p:nvSpPr>
          <p:cNvPr name="TextBox 70" id="70"/>
          <p:cNvSpPr txBox="true"/>
          <p:nvPr/>
        </p:nvSpPr>
        <p:spPr>
          <a:xfrm rot="0">
            <a:off x="2990879" y="4370213"/>
            <a:ext cx="3691110" cy="478663"/>
          </a:xfrm>
          <a:prstGeom prst="rect">
            <a:avLst/>
          </a:prstGeom>
        </p:spPr>
        <p:txBody>
          <a:bodyPr anchor="t" rtlCol="false" tIns="0" lIns="0" bIns="0" rIns="0">
            <a:spAutoFit/>
          </a:bodyPr>
          <a:lstStyle/>
          <a:p>
            <a:pPr algn="l">
              <a:lnSpc>
                <a:spcPts val="3925"/>
              </a:lnSpc>
            </a:pPr>
            <a:r>
              <a:rPr lang="en-US" sz="2599" spc="-93">
                <a:solidFill>
                  <a:srgbClr val="FFFFFF"/>
                </a:solidFill>
                <a:latin typeface="HK Grotesk Light"/>
                <a:ea typeface="HK Grotesk Light"/>
                <a:cs typeface="HK Grotesk Light"/>
                <a:sym typeface="HK Grotesk Light"/>
              </a:rPr>
              <a:t>Introduction</a:t>
            </a:r>
          </a:p>
        </p:txBody>
      </p:sp>
      <p:sp>
        <p:nvSpPr>
          <p:cNvPr name="TextBox 71" id="71"/>
          <p:cNvSpPr txBox="true"/>
          <p:nvPr/>
        </p:nvSpPr>
        <p:spPr>
          <a:xfrm rot="0">
            <a:off x="10815462" y="4370213"/>
            <a:ext cx="4396940" cy="478663"/>
          </a:xfrm>
          <a:prstGeom prst="rect">
            <a:avLst/>
          </a:prstGeom>
        </p:spPr>
        <p:txBody>
          <a:bodyPr anchor="t" rtlCol="false" tIns="0" lIns="0" bIns="0" rIns="0">
            <a:spAutoFit/>
          </a:bodyPr>
          <a:lstStyle/>
          <a:p>
            <a:pPr algn="l">
              <a:lnSpc>
                <a:spcPts val="3925"/>
              </a:lnSpc>
            </a:pPr>
            <a:r>
              <a:rPr lang="en-US" sz="2599" spc="-93">
                <a:solidFill>
                  <a:srgbClr val="FFFFFF"/>
                </a:solidFill>
                <a:latin typeface="HK Grotesk Light"/>
                <a:ea typeface="HK Grotesk Light"/>
                <a:cs typeface="HK Grotesk Light"/>
                <a:sym typeface="HK Grotesk Light"/>
              </a:rPr>
              <a:t>Direct &amp; Indirect Competitor</a:t>
            </a:r>
          </a:p>
        </p:txBody>
      </p:sp>
      <p:sp>
        <p:nvSpPr>
          <p:cNvPr name="TextBox 72" id="72"/>
          <p:cNvSpPr txBox="true"/>
          <p:nvPr/>
        </p:nvSpPr>
        <p:spPr>
          <a:xfrm rot="0">
            <a:off x="2990879" y="5437330"/>
            <a:ext cx="3691110" cy="478663"/>
          </a:xfrm>
          <a:prstGeom prst="rect">
            <a:avLst/>
          </a:prstGeom>
        </p:spPr>
        <p:txBody>
          <a:bodyPr anchor="t" rtlCol="false" tIns="0" lIns="0" bIns="0" rIns="0">
            <a:spAutoFit/>
          </a:bodyPr>
          <a:lstStyle/>
          <a:p>
            <a:pPr algn="l">
              <a:lnSpc>
                <a:spcPts val="3925"/>
              </a:lnSpc>
            </a:pPr>
            <a:r>
              <a:rPr lang="en-US" sz="2599" spc="-93">
                <a:solidFill>
                  <a:srgbClr val="FFFFFF"/>
                </a:solidFill>
                <a:latin typeface="HK Grotesk Light"/>
                <a:ea typeface="HK Grotesk Light"/>
                <a:cs typeface="HK Grotesk Light"/>
                <a:sym typeface="HK Grotesk Light"/>
              </a:rPr>
              <a:t>Problem Statement</a:t>
            </a:r>
          </a:p>
        </p:txBody>
      </p:sp>
      <p:sp>
        <p:nvSpPr>
          <p:cNvPr name="TextBox 73" id="73"/>
          <p:cNvSpPr txBox="true"/>
          <p:nvPr/>
        </p:nvSpPr>
        <p:spPr>
          <a:xfrm rot="0">
            <a:off x="10815462" y="5437330"/>
            <a:ext cx="5354746" cy="478663"/>
          </a:xfrm>
          <a:prstGeom prst="rect">
            <a:avLst/>
          </a:prstGeom>
        </p:spPr>
        <p:txBody>
          <a:bodyPr anchor="t" rtlCol="false" tIns="0" lIns="0" bIns="0" rIns="0">
            <a:spAutoFit/>
          </a:bodyPr>
          <a:lstStyle/>
          <a:p>
            <a:pPr algn="l">
              <a:lnSpc>
                <a:spcPts val="3925"/>
              </a:lnSpc>
            </a:pPr>
            <a:r>
              <a:rPr lang="en-US" sz="2599" spc="-93">
                <a:solidFill>
                  <a:srgbClr val="FFFFFF"/>
                </a:solidFill>
                <a:latin typeface="HK Grotesk Light"/>
                <a:ea typeface="HK Grotesk Light"/>
                <a:cs typeface="HK Grotesk Light"/>
                <a:sym typeface="HK Grotesk Light"/>
              </a:rPr>
              <a:t>Key Competitive Advantages</a:t>
            </a:r>
          </a:p>
        </p:txBody>
      </p:sp>
      <p:sp>
        <p:nvSpPr>
          <p:cNvPr name="TextBox 74" id="74"/>
          <p:cNvSpPr txBox="true"/>
          <p:nvPr/>
        </p:nvSpPr>
        <p:spPr>
          <a:xfrm rot="0">
            <a:off x="1831871" y="6382782"/>
            <a:ext cx="1139957" cy="721995"/>
          </a:xfrm>
          <a:prstGeom prst="rect">
            <a:avLst/>
          </a:prstGeom>
        </p:spPr>
        <p:txBody>
          <a:bodyPr anchor="t" rtlCol="false" tIns="0" lIns="0" bIns="0" rIns="0">
            <a:spAutoFit/>
          </a:bodyPr>
          <a:lstStyle/>
          <a:p>
            <a:pPr algn="l" marL="0" indent="0" lvl="0">
              <a:lnSpc>
                <a:spcPts val="5880"/>
              </a:lnSpc>
              <a:spcBef>
                <a:spcPct val="0"/>
              </a:spcBef>
            </a:pPr>
            <a:r>
              <a:rPr lang="en-US" b="true" sz="4200" spc="-147" strike="noStrike" u="none">
                <a:solidFill>
                  <a:srgbClr val="47C5FB"/>
                </a:solidFill>
                <a:latin typeface="HK Grotesk Bold"/>
                <a:ea typeface="HK Grotesk Bold"/>
                <a:cs typeface="HK Grotesk Bold"/>
                <a:sym typeface="HK Grotesk Bold"/>
              </a:rPr>
              <a:t>03</a:t>
            </a:r>
          </a:p>
        </p:txBody>
      </p:sp>
      <p:sp>
        <p:nvSpPr>
          <p:cNvPr name="TextBox 75" id="75"/>
          <p:cNvSpPr txBox="true"/>
          <p:nvPr/>
        </p:nvSpPr>
        <p:spPr>
          <a:xfrm rot="0">
            <a:off x="9658723" y="6382782"/>
            <a:ext cx="1139957" cy="721995"/>
          </a:xfrm>
          <a:prstGeom prst="rect">
            <a:avLst/>
          </a:prstGeom>
        </p:spPr>
        <p:txBody>
          <a:bodyPr anchor="t" rtlCol="false" tIns="0" lIns="0" bIns="0" rIns="0">
            <a:spAutoFit/>
          </a:bodyPr>
          <a:lstStyle/>
          <a:p>
            <a:pPr algn="l" marL="0" indent="0" lvl="0">
              <a:lnSpc>
                <a:spcPts val="5880"/>
              </a:lnSpc>
              <a:spcBef>
                <a:spcPct val="0"/>
              </a:spcBef>
            </a:pPr>
            <a:r>
              <a:rPr lang="en-US" b="true" sz="4200" spc="-147" strike="noStrike" u="none">
                <a:solidFill>
                  <a:srgbClr val="FFFFFF"/>
                </a:solidFill>
                <a:latin typeface="HK Grotesk Bold"/>
                <a:ea typeface="HK Grotesk Bold"/>
                <a:cs typeface="HK Grotesk Bold"/>
                <a:sym typeface="HK Grotesk Bold"/>
              </a:rPr>
              <a:t>08</a:t>
            </a:r>
          </a:p>
        </p:txBody>
      </p:sp>
      <p:sp>
        <p:nvSpPr>
          <p:cNvPr name="TextBox 76" id="76"/>
          <p:cNvSpPr txBox="true"/>
          <p:nvPr/>
        </p:nvSpPr>
        <p:spPr>
          <a:xfrm rot="0">
            <a:off x="2990879" y="6504447"/>
            <a:ext cx="3691110" cy="478663"/>
          </a:xfrm>
          <a:prstGeom prst="rect">
            <a:avLst/>
          </a:prstGeom>
        </p:spPr>
        <p:txBody>
          <a:bodyPr anchor="t" rtlCol="false" tIns="0" lIns="0" bIns="0" rIns="0">
            <a:spAutoFit/>
          </a:bodyPr>
          <a:lstStyle/>
          <a:p>
            <a:pPr algn="l">
              <a:lnSpc>
                <a:spcPts val="3925"/>
              </a:lnSpc>
            </a:pPr>
            <a:r>
              <a:rPr lang="en-US" sz="2599" spc="-93">
                <a:solidFill>
                  <a:srgbClr val="FFFFFF"/>
                </a:solidFill>
                <a:latin typeface="HK Grotesk Light"/>
                <a:ea typeface="HK Grotesk Light"/>
                <a:cs typeface="HK Grotesk Light"/>
                <a:sym typeface="HK Grotesk Light"/>
              </a:rPr>
              <a:t>Our Innovative Solutions</a:t>
            </a:r>
          </a:p>
        </p:txBody>
      </p:sp>
      <p:sp>
        <p:nvSpPr>
          <p:cNvPr name="TextBox 77" id="77"/>
          <p:cNvSpPr txBox="true"/>
          <p:nvPr/>
        </p:nvSpPr>
        <p:spPr>
          <a:xfrm rot="0">
            <a:off x="10815462" y="6504447"/>
            <a:ext cx="3691110" cy="478663"/>
          </a:xfrm>
          <a:prstGeom prst="rect">
            <a:avLst/>
          </a:prstGeom>
        </p:spPr>
        <p:txBody>
          <a:bodyPr anchor="t" rtlCol="false" tIns="0" lIns="0" bIns="0" rIns="0">
            <a:spAutoFit/>
          </a:bodyPr>
          <a:lstStyle/>
          <a:p>
            <a:pPr algn="l">
              <a:lnSpc>
                <a:spcPts val="3925"/>
              </a:lnSpc>
            </a:pPr>
            <a:r>
              <a:rPr lang="en-US" sz="2599" spc="-93">
                <a:solidFill>
                  <a:srgbClr val="FFFFFF"/>
                </a:solidFill>
                <a:latin typeface="HK Grotesk Light"/>
                <a:ea typeface="HK Grotesk Light"/>
                <a:cs typeface="HK Grotesk Light"/>
                <a:sym typeface="HK Grotesk Light"/>
              </a:rPr>
              <a:t>Traction</a:t>
            </a:r>
          </a:p>
        </p:txBody>
      </p:sp>
      <p:sp>
        <p:nvSpPr>
          <p:cNvPr name="TextBox 78" id="78"/>
          <p:cNvSpPr txBox="true"/>
          <p:nvPr/>
        </p:nvSpPr>
        <p:spPr>
          <a:xfrm rot="0">
            <a:off x="1831871" y="7449899"/>
            <a:ext cx="1139957" cy="721995"/>
          </a:xfrm>
          <a:prstGeom prst="rect">
            <a:avLst/>
          </a:prstGeom>
        </p:spPr>
        <p:txBody>
          <a:bodyPr anchor="t" rtlCol="false" tIns="0" lIns="0" bIns="0" rIns="0">
            <a:spAutoFit/>
          </a:bodyPr>
          <a:lstStyle/>
          <a:p>
            <a:pPr algn="l" marL="0" indent="0" lvl="0">
              <a:lnSpc>
                <a:spcPts val="5880"/>
              </a:lnSpc>
              <a:spcBef>
                <a:spcPct val="0"/>
              </a:spcBef>
            </a:pPr>
            <a:r>
              <a:rPr lang="en-US" b="true" sz="4200" spc="-147" strike="noStrike" u="none">
                <a:solidFill>
                  <a:srgbClr val="FFFFFF"/>
                </a:solidFill>
                <a:latin typeface="HK Grotesk Bold"/>
                <a:ea typeface="HK Grotesk Bold"/>
                <a:cs typeface="HK Grotesk Bold"/>
                <a:sym typeface="HK Grotesk Bold"/>
              </a:rPr>
              <a:t>04</a:t>
            </a:r>
          </a:p>
        </p:txBody>
      </p:sp>
      <p:sp>
        <p:nvSpPr>
          <p:cNvPr name="TextBox 79" id="79"/>
          <p:cNvSpPr txBox="true"/>
          <p:nvPr/>
        </p:nvSpPr>
        <p:spPr>
          <a:xfrm rot="0">
            <a:off x="9658723" y="7449899"/>
            <a:ext cx="1139957" cy="721995"/>
          </a:xfrm>
          <a:prstGeom prst="rect">
            <a:avLst/>
          </a:prstGeom>
        </p:spPr>
        <p:txBody>
          <a:bodyPr anchor="t" rtlCol="false" tIns="0" lIns="0" bIns="0" rIns="0">
            <a:spAutoFit/>
          </a:bodyPr>
          <a:lstStyle/>
          <a:p>
            <a:pPr algn="l" marL="0" indent="0" lvl="0">
              <a:lnSpc>
                <a:spcPts val="5880"/>
              </a:lnSpc>
              <a:spcBef>
                <a:spcPct val="0"/>
              </a:spcBef>
            </a:pPr>
            <a:r>
              <a:rPr lang="en-US" b="true" sz="4200" spc="-147" strike="noStrike" u="none">
                <a:solidFill>
                  <a:srgbClr val="0082B2"/>
                </a:solidFill>
                <a:latin typeface="HK Grotesk Bold"/>
                <a:ea typeface="HK Grotesk Bold"/>
                <a:cs typeface="HK Grotesk Bold"/>
                <a:sym typeface="HK Grotesk Bold"/>
              </a:rPr>
              <a:t>09</a:t>
            </a:r>
          </a:p>
        </p:txBody>
      </p:sp>
      <p:sp>
        <p:nvSpPr>
          <p:cNvPr name="TextBox 80" id="80"/>
          <p:cNvSpPr txBox="true"/>
          <p:nvPr/>
        </p:nvSpPr>
        <p:spPr>
          <a:xfrm rot="0">
            <a:off x="2990879" y="7571564"/>
            <a:ext cx="3691110" cy="478663"/>
          </a:xfrm>
          <a:prstGeom prst="rect">
            <a:avLst/>
          </a:prstGeom>
        </p:spPr>
        <p:txBody>
          <a:bodyPr anchor="t" rtlCol="false" tIns="0" lIns="0" bIns="0" rIns="0">
            <a:spAutoFit/>
          </a:bodyPr>
          <a:lstStyle/>
          <a:p>
            <a:pPr algn="l">
              <a:lnSpc>
                <a:spcPts val="3925"/>
              </a:lnSpc>
            </a:pPr>
            <a:r>
              <a:rPr lang="en-US" sz="2599" spc="-93">
                <a:solidFill>
                  <a:srgbClr val="FFFFFF"/>
                </a:solidFill>
                <a:latin typeface="HK Grotesk Light"/>
                <a:ea typeface="HK Grotesk Light"/>
                <a:cs typeface="HK Grotesk Light"/>
                <a:sym typeface="HK Grotesk Light"/>
              </a:rPr>
              <a:t>Discover Our Services</a:t>
            </a:r>
          </a:p>
        </p:txBody>
      </p:sp>
      <p:sp>
        <p:nvSpPr>
          <p:cNvPr name="TextBox 81" id="81"/>
          <p:cNvSpPr txBox="true"/>
          <p:nvPr/>
        </p:nvSpPr>
        <p:spPr>
          <a:xfrm rot="0">
            <a:off x="10815462" y="7571564"/>
            <a:ext cx="3691110" cy="478663"/>
          </a:xfrm>
          <a:prstGeom prst="rect">
            <a:avLst/>
          </a:prstGeom>
        </p:spPr>
        <p:txBody>
          <a:bodyPr anchor="t" rtlCol="false" tIns="0" lIns="0" bIns="0" rIns="0">
            <a:spAutoFit/>
          </a:bodyPr>
          <a:lstStyle/>
          <a:p>
            <a:pPr algn="l">
              <a:lnSpc>
                <a:spcPts val="3925"/>
              </a:lnSpc>
            </a:pPr>
            <a:r>
              <a:rPr lang="en-US" sz="2599" spc="-93">
                <a:solidFill>
                  <a:srgbClr val="0082B2"/>
                </a:solidFill>
                <a:latin typeface="HK Grotesk Light"/>
                <a:ea typeface="HK Grotesk Light"/>
                <a:cs typeface="HK Grotesk Light"/>
                <a:sym typeface="HK Grotesk Light"/>
              </a:rPr>
              <a:t>Accomplishments Date</a:t>
            </a:r>
          </a:p>
        </p:txBody>
      </p:sp>
      <p:sp>
        <p:nvSpPr>
          <p:cNvPr name="TextBox 82" id="82"/>
          <p:cNvSpPr txBox="true"/>
          <p:nvPr/>
        </p:nvSpPr>
        <p:spPr>
          <a:xfrm rot="0">
            <a:off x="1831871" y="8517016"/>
            <a:ext cx="1139957" cy="721995"/>
          </a:xfrm>
          <a:prstGeom prst="rect">
            <a:avLst/>
          </a:prstGeom>
        </p:spPr>
        <p:txBody>
          <a:bodyPr anchor="t" rtlCol="false" tIns="0" lIns="0" bIns="0" rIns="0">
            <a:spAutoFit/>
          </a:bodyPr>
          <a:lstStyle/>
          <a:p>
            <a:pPr algn="l" marL="0" indent="0" lvl="0">
              <a:lnSpc>
                <a:spcPts val="5880"/>
              </a:lnSpc>
              <a:spcBef>
                <a:spcPct val="0"/>
              </a:spcBef>
            </a:pPr>
            <a:r>
              <a:rPr lang="en-US" b="true" sz="4200" spc="-147" strike="noStrike" u="none">
                <a:solidFill>
                  <a:srgbClr val="FFFFFF"/>
                </a:solidFill>
                <a:latin typeface="HK Grotesk Bold"/>
                <a:ea typeface="HK Grotesk Bold"/>
                <a:cs typeface="HK Grotesk Bold"/>
                <a:sym typeface="HK Grotesk Bold"/>
              </a:rPr>
              <a:t>05</a:t>
            </a:r>
          </a:p>
        </p:txBody>
      </p:sp>
      <p:sp>
        <p:nvSpPr>
          <p:cNvPr name="TextBox 83" id="83"/>
          <p:cNvSpPr txBox="true"/>
          <p:nvPr/>
        </p:nvSpPr>
        <p:spPr>
          <a:xfrm rot="0">
            <a:off x="9675504" y="8517016"/>
            <a:ext cx="1139957" cy="721995"/>
          </a:xfrm>
          <a:prstGeom prst="rect">
            <a:avLst/>
          </a:prstGeom>
        </p:spPr>
        <p:txBody>
          <a:bodyPr anchor="t" rtlCol="false" tIns="0" lIns="0" bIns="0" rIns="0">
            <a:spAutoFit/>
          </a:bodyPr>
          <a:lstStyle/>
          <a:p>
            <a:pPr algn="l" marL="0" indent="0" lvl="0">
              <a:lnSpc>
                <a:spcPts val="5880"/>
              </a:lnSpc>
              <a:spcBef>
                <a:spcPct val="0"/>
              </a:spcBef>
            </a:pPr>
            <a:r>
              <a:rPr lang="en-US" b="true" sz="4200" spc="-147" strike="noStrike" u="none">
                <a:solidFill>
                  <a:srgbClr val="FFFFFF"/>
                </a:solidFill>
                <a:latin typeface="HK Grotesk Bold"/>
                <a:ea typeface="HK Grotesk Bold"/>
                <a:cs typeface="HK Grotesk Bold"/>
                <a:sym typeface="HK Grotesk Bold"/>
              </a:rPr>
              <a:t>10</a:t>
            </a:r>
          </a:p>
        </p:txBody>
      </p:sp>
      <p:sp>
        <p:nvSpPr>
          <p:cNvPr name="TextBox 84" id="84"/>
          <p:cNvSpPr txBox="true"/>
          <p:nvPr/>
        </p:nvSpPr>
        <p:spPr>
          <a:xfrm rot="0">
            <a:off x="2990879" y="8638681"/>
            <a:ext cx="3691110" cy="478663"/>
          </a:xfrm>
          <a:prstGeom prst="rect">
            <a:avLst/>
          </a:prstGeom>
        </p:spPr>
        <p:txBody>
          <a:bodyPr anchor="t" rtlCol="false" tIns="0" lIns="0" bIns="0" rIns="0">
            <a:spAutoFit/>
          </a:bodyPr>
          <a:lstStyle/>
          <a:p>
            <a:pPr algn="l">
              <a:lnSpc>
                <a:spcPts val="3925"/>
              </a:lnSpc>
            </a:pPr>
            <a:r>
              <a:rPr lang="en-US" sz="2599" spc="-93">
                <a:solidFill>
                  <a:srgbClr val="FFFFFF"/>
                </a:solidFill>
                <a:latin typeface="HK Grotesk Light"/>
                <a:ea typeface="HK Grotesk Light"/>
                <a:cs typeface="HK Grotesk Light"/>
                <a:sym typeface="HK Grotesk Light"/>
              </a:rPr>
              <a:t>Size of Market</a:t>
            </a:r>
          </a:p>
        </p:txBody>
      </p:sp>
      <p:sp>
        <p:nvSpPr>
          <p:cNvPr name="TextBox 85" id="85"/>
          <p:cNvSpPr txBox="true"/>
          <p:nvPr/>
        </p:nvSpPr>
        <p:spPr>
          <a:xfrm rot="0">
            <a:off x="10815462" y="8638681"/>
            <a:ext cx="3691110" cy="478663"/>
          </a:xfrm>
          <a:prstGeom prst="rect">
            <a:avLst/>
          </a:prstGeom>
        </p:spPr>
        <p:txBody>
          <a:bodyPr anchor="t" rtlCol="false" tIns="0" lIns="0" bIns="0" rIns="0">
            <a:spAutoFit/>
          </a:bodyPr>
          <a:lstStyle/>
          <a:p>
            <a:pPr algn="l">
              <a:lnSpc>
                <a:spcPts val="3925"/>
              </a:lnSpc>
            </a:pPr>
            <a:r>
              <a:rPr lang="en-US" sz="2599" spc="-93">
                <a:solidFill>
                  <a:srgbClr val="FFFFFF"/>
                </a:solidFill>
                <a:latin typeface="HK Grotesk Light"/>
                <a:ea typeface="HK Grotesk Light"/>
                <a:cs typeface="HK Grotesk Light"/>
                <a:sym typeface="HK Grotesk Light"/>
              </a:rPr>
              <a:t>Use of Funds</a:t>
            </a:r>
          </a:p>
        </p:txBody>
      </p:sp>
      <p:grpSp>
        <p:nvGrpSpPr>
          <p:cNvPr name="Group 86" id="86"/>
          <p:cNvGrpSpPr/>
          <p:nvPr/>
        </p:nvGrpSpPr>
        <p:grpSpPr>
          <a:xfrm rot="0">
            <a:off x="8356351" y="6686284"/>
            <a:ext cx="195032" cy="195032"/>
            <a:chOff x="0" y="0"/>
            <a:chExt cx="812800" cy="812800"/>
          </a:xfrm>
        </p:grpSpPr>
        <p:sp>
          <p:nvSpPr>
            <p:cNvPr name="Freeform 87" id="8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C5FB"/>
            </a:solidFill>
          </p:spPr>
        </p:sp>
        <p:sp>
          <p:nvSpPr>
            <p:cNvPr name="TextBox 88" id="88"/>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89" id="89"/>
          <p:cNvGrpSpPr/>
          <p:nvPr/>
        </p:nvGrpSpPr>
        <p:grpSpPr>
          <a:xfrm rot="0">
            <a:off x="16169434" y="6686284"/>
            <a:ext cx="195032" cy="195032"/>
            <a:chOff x="0" y="0"/>
            <a:chExt cx="812800" cy="812800"/>
          </a:xfrm>
        </p:grpSpPr>
        <p:sp>
          <p:nvSpPr>
            <p:cNvPr name="Freeform 90" id="9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91" id="91"/>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92" id="92"/>
          <p:cNvGrpSpPr/>
          <p:nvPr/>
        </p:nvGrpSpPr>
        <p:grpSpPr>
          <a:xfrm rot="0">
            <a:off x="8142269" y="6686284"/>
            <a:ext cx="195032" cy="195032"/>
            <a:chOff x="0" y="0"/>
            <a:chExt cx="812800" cy="812800"/>
          </a:xfrm>
        </p:grpSpPr>
        <p:sp>
          <p:nvSpPr>
            <p:cNvPr name="Freeform 93" id="9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C5FB"/>
            </a:solidFill>
          </p:spPr>
        </p:sp>
        <p:sp>
          <p:nvSpPr>
            <p:cNvPr name="TextBox 94" id="94"/>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95" id="95"/>
          <p:cNvGrpSpPr/>
          <p:nvPr/>
        </p:nvGrpSpPr>
        <p:grpSpPr>
          <a:xfrm rot="0">
            <a:off x="15955352" y="6686284"/>
            <a:ext cx="195032" cy="195032"/>
            <a:chOff x="0" y="0"/>
            <a:chExt cx="812800" cy="812800"/>
          </a:xfrm>
        </p:grpSpPr>
        <p:sp>
          <p:nvSpPr>
            <p:cNvPr name="Freeform 96" id="9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97" id="97"/>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98" id="98"/>
          <p:cNvGrpSpPr/>
          <p:nvPr/>
        </p:nvGrpSpPr>
        <p:grpSpPr>
          <a:xfrm rot="0">
            <a:off x="8356351" y="7750560"/>
            <a:ext cx="195032" cy="195032"/>
            <a:chOff x="0" y="0"/>
            <a:chExt cx="812800" cy="812800"/>
          </a:xfrm>
        </p:grpSpPr>
        <p:sp>
          <p:nvSpPr>
            <p:cNvPr name="Freeform 99" id="9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0" id="100"/>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101" id="101"/>
          <p:cNvGrpSpPr/>
          <p:nvPr/>
        </p:nvGrpSpPr>
        <p:grpSpPr>
          <a:xfrm rot="0">
            <a:off x="16169434" y="7750560"/>
            <a:ext cx="195032" cy="195032"/>
            <a:chOff x="0" y="0"/>
            <a:chExt cx="812800" cy="812800"/>
          </a:xfrm>
        </p:grpSpPr>
        <p:sp>
          <p:nvSpPr>
            <p:cNvPr name="Freeform 102" id="10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82B2"/>
            </a:solidFill>
          </p:spPr>
        </p:sp>
        <p:sp>
          <p:nvSpPr>
            <p:cNvPr name="TextBox 103" id="103"/>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104" id="104"/>
          <p:cNvGrpSpPr/>
          <p:nvPr/>
        </p:nvGrpSpPr>
        <p:grpSpPr>
          <a:xfrm rot="0">
            <a:off x="8142269" y="7750560"/>
            <a:ext cx="195032" cy="195032"/>
            <a:chOff x="0" y="0"/>
            <a:chExt cx="812800" cy="812800"/>
          </a:xfrm>
        </p:grpSpPr>
        <p:sp>
          <p:nvSpPr>
            <p:cNvPr name="Freeform 105" id="10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6" id="106"/>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107" id="107"/>
          <p:cNvGrpSpPr/>
          <p:nvPr/>
        </p:nvGrpSpPr>
        <p:grpSpPr>
          <a:xfrm rot="0">
            <a:off x="15955352" y="7750560"/>
            <a:ext cx="195032" cy="195032"/>
            <a:chOff x="0" y="0"/>
            <a:chExt cx="812800" cy="812800"/>
          </a:xfrm>
        </p:grpSpPr>
        <p:sp>
          <p:nvSpPr>
            <p:cNvPr name="Freeform 108" id="10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82B2"/>
            </a:solidFill>
          </p:spPr>
        </p:sp>
        <p:sp>
          <p:nvSpPr>
            <p:cNvPr name="TextBox 109" id="109"/>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110" id="110"/>
          <p:cNvGrpSpPr/>
          <p:nvPr/>
        </p:nvGrpSpPr>
        <p:grpSpPr>
          <a:xfrm rot="0">
            <a:off x="8356351" y="8814836"/>
            <a:ext cx="195032" cy="195032"/>
            <a:chOff x="0" y="0"/>
            <a:chExt cx="812800" cy="812800"/>
          </a:xfrm>
        </p:grpSpPr>
        <p:sp>
          <p:nvSpPr>
            <p:cNvPr name="Freeform 111" id="1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2" id="112"/>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113" id="113"/>
          <p:cNvGrpSpPr/>
          <p:nvPr/>
        </p:nvGrpSpPr>
        <p:grpSpPr>
          <a:xfrm rot="0">
            <a:off x="16169434" y="8814836"/>
            <a:ext cx="195032" cy="195032"/>
            <a:chOff x="0" y="0"/>
            <a:chExt cx="812800" cy="812800"/>
          </a:xfrm>
        </p:grpSpPr>
        <p:sp>
          <p:nvSpPr>
            <p:cNvPr name="Freeform 114" id="1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5" id="115"/>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116" id="116"/>
          <p:cNvGrpSpPr/>
          <p:nvPr/>
        </p:nvGrpSpPr>
        <p:grpSpPr>
          <a:xfrm rot="0">
            <a:off x="8142269" y="8814836"/>
            <a:ext cx="195032" cy="195032"/>
            <a:chOff x="0" y="0"/>
            <a:chExt cx="812800" cy="812800"/>
          </a:xfrm>
        </p:grpSpPr>
        <p:sp>
          <p:nvSpPr>
            <p:cNvPr name="Freeform 117" id="1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8" id="118"/>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119" id="119"/>
          <p:cNvGrpSpPr/>
          <p:nvPr/>
        </p:nvGrpSpPr>
        <p:grpSpPr>
          <a:xfrm rot="0">
            <a:off x="15955352" y="8814836"/>
            <a:ext cx="195032" cy="195032"/>
            <a:chOff x="0" y="0"/>
            <a:chExt cx="812800" cy="812800"/>
          </a:xfrm>
        </p:grpSpPr>
        <p:sp>
          <p:nvSpPr>
            <p:cNvPr name="Freeform 120" id="1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21" id="121"/>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9872930" y="2233512"/>
            <a:ext cx="3824268" cy="7024788"/>
            <a:chOff x="0" y="0"/>
            <a:chExt cx="1007215" cy="1850150"/>
          </a:xfrm>
        </p:grpSpPr>
        <p:sp>
          <p:nvSpPr>
            <p:cNvPr name="Freeform 10" id="10"/>
            <p:cNvSpPr/>
            <p:nvPr/>
          </p:nvSpPr>
          <p:spPr>
            <a:xfrm flipH="false" flipV="false" rot="0">
              <a:off x="0" y="0"/>
              <a:ext cx="1007215" cy="1850150"/>
            </a:xfrm>
            <a:custGeom>
              <a:avLst/>
              <a:gdLst/>
              <a:ahLst/>
              <a:cxnLst/>
              <a:rect r="r" b="b" t="t" l="l"/>
              <a:pathLst>
                <a:path h="1850150" w="1007215">
                  <a:moveTo>
                    <a:pt x="103245" y="0"/>
                  </a:moveTo>
                  <a:lnTo>
                    <a:pt x="903969" y="0"/>
                  </a:lnTo>
                  <a:cubicBezTo>
                    <a:pt x="931352" y="0"/>
                    <a:pt x="957613" y="10878"/>
                    <a:pt x="976975" y="30240"/>
                  </a:cubicBezTo>
                  <a:cubicBezTo>
                    <a:pt x="996337" y="49602"/>
                    <a:pt x="1007215" y="75863"/>
                    <a:pt x="1007215" y="103245"/>
                  </a:cubicBezTo>
                  <a:lnTo>
                    <a:pt x="1007215" y="1746905"/>
                  </a:lnTo>
                  <a:cubicBezTo>
                    <a:pt x="1007215" y="1774287"/>
                    <a:pt x="996337" y="1800548"/>
                    <a:pt x="976975" y="1819910"/>
                  </a:cubicBezTo>
                  <a:cubicBezTo>
                    <a:pt x="957613" y="1839272"/>
                    <a:pt x="931352" y="1850150"/>
                    <a:pt x="903969" y="1850150"/>
                  </a:cubicBezTo>
                  <a:lnTo>
                    <a:pt x="103245" y="1850150"/>
                  </a:lnTo>
                  <a:cubicBezTo>
                    <a:pt x="75863" y="1850150"/>
                    <a:pt x="49602" y="1839272"/>
                    <a:pt x="30240" y="1819910"/>
                  </a:cubicBezTo>
                  <a:cubicBezTo>
                    <a:pt x="10878" y="1800548"/>
                    <a:pt x="0" y="1774287"/>
                    <a:pt x="0" y="1746905"/>
                  </a:cubicBezTo>
                  <a:lnTo>
                    <a:pt x="0" y="103245"/>
                  </a:lnTo>
                  <a:cubicBezTo>
                    <a:pt x="0" y="75863"/>
                    <a:pt x="10878" y="49602"/>
                    <a:pt x="30240" y="30240"/>
                  </a:cubicBezTo>
                  <a:cubicBezTo>
                    <a:pt x="49602" y="10878"/>
                    <a:pt x="75863" y="0"/>
                    <a:pt x="103245"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1" id="11"/>
            <p:cNvSpPr txBox="true"/>
            <p:nvPr/>
          </p:nvSpPr>
          <p:spPr>
            <a:xfrm>
              <a:off x="0" y="-66675"/>
              <a:ext cx="1007215" cy="1916825"/>
            </a:xfrm>
            <a:prstGeom prst="rect">
              <a:avLst/>
            </a:prstGeom>
          </p:spPr>
          <p:txBody>
            <a:bodyPr anchor="ctr" rtlCol="false" tIns="50800" lIns="50800" bIns="50800" rIns="50800"/>
            <a:lstStyle/>
            <a:p>
              <a:pPr algn="ctr">
                <a:lnSpc>
                  <a:spcPts val="3638"/>
                </a:lnSpc>
              </a:pPr>
            </a:p>
          </p:txBody>
        </p:sp>
      </p:grpSp>
      <p:sp>
        <p:nvSpPr>
          <p:cNvPr name="TextBox 12" id="12"/>
          <p:cNvSpPr txBox="true"/>
          <p:nvPr/>
        </p:nvSpPr>
        <p:spPr>
          <a:xfrm rot="0">
            <a:off x="1172110" y="2934055"/>
            <a:ext cx="13387005" cy="1537564"/>
          </a:xfrm>
          <a:prstGeom prst="rect">
            <a:avLst/>
          </a:prstGeom>
        </p:spPr>
        <p:txBody>
          <a:bodyPr anchor="t" rtlCol="false" tIns="0" lIns="0" bIns="0" rIns="0">
            <a:spAutoFit/>
          </a:bodyPr>
          <a:lstStyle/>
          <a:p>
            <a:pPr algn="l" marL="0" indent="0" lvl="0">
              <a:lnSpc>
                <a:spcPts val="10713"/>
              </a:lnSpc>
              <a:spcBef>
                <a:spcPct val="0"/>
              </a:spcBef>
            </a:pPr>
            <a:r>
              <a:rPr lang="en-US" sz="13392" spc="-1071">
                <a:solidFill>
                  <a:srgbClr val="F9F9F9"/>
                </a:solidFill>
                <a:latin typeface="Cy Grotesk V3 Key"/>
                <a:ea typeface="Cy Grotesk V3 Key"/>
                <a:cs typeface="Cy Grotesk V3 Key"/>
                <a:sym typeface="Cy Grotesk V3 Key"/>
              </a:rPr>
              <a:t>In</a:t>
            </a:r>
            <a:r>
              <a:rPr lang="en-US" sz="13392" spc="-1071">
                <a:solidFill>
                  <a:srgbClr val="F9F9F9"/>
                </a:solidFill>
                <a:latin typeface="Cy Grotesk V3 Key"/>
                <a:ea typeface="Cy Grotesk V3 Key"/>
                <a:cs typeface="Cy Grotesk V3 Key"/>
                <a:sym typeface="Cy Grotesk V3 Key"/>
              </a:rPr>
              <a:t>troduction</a:t>
            </a:r>
          </a:p>
        </p:txBody>
      </p:sp>
      <p:grpSp>
        <p:nvGrpSpPr>
          <p:cNvPr name="Group 13" id="13"/>
          <p:cNvGrpSpPr/>
          <p:nvPr/>
        </p:nvGrpSpPr>
        <p:grpSpPr>
          <a:xfrm rot="0">
            <a:off x="10997261" y="1982089"/>
            <a:ext cx="6262039" cy="7527634"/>
            <a:chOff x="0" y="0"/>
            <a:chExt cx="1221676" cy="1468584"/>
          </a:xfrm>
        </p:grpSpPr>
        <p:sp>
          <p:nvSpPr>
            <p:cNvPr name="Freeform 14" id="14"/>
            <p:cNvSpPr/>
            <p:nvPr/>
          </p:nvSpPr>
          <p:spPr>
            <a:xfrm flipH="false" flipV="false" rot="0">
              <a:off x="0" y="0"/>
              <a:ext cx="1221676" cy="1468584"/>
            </a:xfrm>
            <a:custGeom>
              <a:avLst/>
              <a:gdLst/>
              <a:ahLst/>
              <a:cxnLst/>
              <a:rect r="r" b="b" t="t" l="l"/>
              <a:pathLst>
                <a:path h="1468584" w="1221676">
                  <a:moveTo>
                    <a:pt x="54398" y="0"/>
                  </a:moveTo>
                  <a:lnTo>
                    <a:pt x="1167278" y="0"/>
                  </a:lnTo>
                  <a:cubicBezTo>
                    <a:pt x="1197321" y="0"/>
                    <a:pt x="1221676" y="24355"/>
                    <a:pt x="1221676" y="54398"/>
                  </a:cubicBezTo>
                  <a:lnTo>
                    <a:pt x="1221676" y="1414186"/>
                  </a:lnTo>
                  <a:cubicBezTo>
                    <a:pt x="1221676" y="1428613"/>
                    <a:pt x="1215945" y="1442450"/>
                    <a:pt x="1205744" y="1452652"/>
                  </a:cubicBezTo>
                  <a:cubicBezTo>
                    <a:pt x="1195542" y="1462853"/>
                    <a:pt x="1181705" y="1468584"/>
                    <a:pt x="1167278" y="1468584"/>
                  </a:cubicBezTo>
                  <a:lnTo>
                    <a:pt x="54398" y="1468584"/>
                  </a:lnTo>
                  <a:cubicBezTo>
                    <a:pt x="39971" y="1468584"/>
                    <a:pt x="26135" y="1462853"/>
                    <a:pt x="15933" y="1452652"/>
                  </a:cubicBezTo>
                  <a:cubicBezTo>
                    <a:pt x="5731" y="1442450"/>
                    <a:pt x="0" y="1428613"/>
                    <a:pt x="0" y="1414186"/>
                  </a:cubicBezTo>
                  <a:lnTo>
                    <a:pt x="0" y="54398"/>
                  </a:lnTo>
                  <a:cubicBezTo>
                    <a:pt x="0" y="39971"/>
                    <a:pt x="5731" y="26135"/>
                    <a:pt x="15933" y="15933"/>
                  </a:cubicBezTo>
                  <a:cubicBezTo>
                    <a:pt x="26135" y="5731"/>
                    <a:pt x="39971" y="0"/>
                    <a:pt x="54398" y="0"/>
                  </a:cubicBezTo>
                  <a:close/>
                </a:path>
              </a:pathLst>
            </a:custGeom>
            <a:blipFill>
              <a:blip r:embed="rId6"/>
              <a:stretch>
                <a:fillRect l="0" t="-1992" r="0" b="-1992"/>
              </a:stretch>
            </a:blipFill>
            <a:ln w="19050" cap="rnd">
              <a:gradFill>
                <a:gsLst>
                  <a:gs pos="0">
                    <a:srgbClr val="FFC4E1">
                      <a:alpha val="0"/>
                    </a:srgbClr>
                  </a:gs>
                  <a:gs pos="25000">
                    <a:srgbClr val="FFC4E1">
                      <a:alpha val="59500"/>
                    </a:srgbClr>
                  </a:gs>
                  <a:gs pos="50000">
                    <a:srgbClr val="FFDAEC">
                      <a:alpha val="100000"/>
                    </a:srgbClr>
                  </a:gs>
                  <a:gs pos="75000">
                    <a:srgbClr val="FFC4E1">
                      <a:alpha val="60000"/>
                    </a:srgbClr>
                  </a:gs>
                  <a:gs pos="100000">
                    <a:srgbClr val="FFC4E1">
                      <a:alpha val="0"/>
                    </a:srgbClr>
                  </a:gs>
                </a:gsLst>
                <a:lin ang="2700000"/>
              </a:gradFill>
              <a:prstDash val="solid"/>
              <a:round/>
            </a:ln>
          </p:spPr>
        </p:sp>
      </p:grpSp>
      <p:sp>
        <p:nvSpPr>
          <p:cNvPr name="TextBox 15" id="15"/>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Larana Company</a:t>
            </a:r>
          </a:p>
        </p:txBody>
      </p:sp>
      <p:sp>
        <p:nvSpPr>
          <p:cNvPr name="TextBox 16" id="16"/>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Pitch Deck Business Presentation</a:t>
            </a:r>
          </a:p>
        </p:txBody>
      </p:sp>
      <p:sp>
        <p:nvSpPr>
          <p:cNvPr name="TextBox 17" id="17"/>
          <p:cNvSpPr txBox="true"/>
          <p:nvPr/>
        </p:nvSpPr>
        <p:spPr>
          <a:xfrm rot="0">
            <a:off x="1326378" y="6103940"/>
            <a:ext cx="7291346" cy="1331595"/>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18" id="18"/>
          <p:cNvSpPr txBox="true"/>
          <p:nvPr/>
        </p:nvSpPr>
        <p:spPr>
          <a:xfrm rot="0">
            <a:off x="1326378" y="7789761"/>
            <a:ext cx="7291346" cy="1331595"/>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Larana Company</a:t>
            </a:r>
          </a:p>
        </p:txBody>
      </p:sp>
      <p:sp>
        <p:nvSpPr>
          <p:cNvPr name="TextBox 10" id="10"/>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Pitch Deck Business Presentation</a:t>
            </a:r>
          </a:p>
        </p:txBody>
      </p:sp>
      <p:grpSp>
        <p:nvGrpSpPr>
          <p:cNvPr name="Group 11" id="11"/>
          <p:cNvGrpSpPr/>
          <p:nvPr/>
        </p:nvGrpSpPr>
        <p:grpSpPr>
          <a:xfrm rot="0">
            <a:off x="10412629" y="2233512"/>
            <a:ext cx="6846671" cy="7024788"/>
            <a:chOff x="0" y="0"/>
            <a:chExt cx="1803239" cy="1850150"/>
          </a:xfrm>
        </p:grpSpPr>
        <p:sp>
          <p:nvSpPr>
            <p:cNvPr name="Freeform 12" id="12"/>
            <p:cNvSpPr/>
            <p:nvPr/>
          </p:nvSpPr>
          <p:spPr>
            <a:xfrm flipH="false" flipV="false" rot="0">
              <a:off x="0" y="0"/>
              <a:ext cx="1803239" cy="1850150"/>
            </a:xfrm>
            <a:custGeom>
              <a:avLst/>
              <a:gdLst/>
              <a:ahLst/>
              <a:cxnLst/>
              <a:rect r="r" b="b" t="t" l="l"/>
              <a:pathLst>
                <a:path h="1850150" w="1803239">
                  <a:moveTo>
                    <a:pt x="57669" y="0"/>
                  </a:moveTo>
                  <a:lnTo>
                    <a:pt x="1745570" y="0"/>
                  </a:lnTo>
                  <a:cubicBezTo>
                    <a:pt x="1777419" y="0"/>
                    <a:pt x="1803239" y="25819"/>
                    <a:pt x="1803239" y="57669"/>
                  </a:cubicBezTo>
                  <a:lnTo>
                    <a:pt x="1803239" y="1792481"/>
                  </a:lnTo>
                  <a:cubicBezTo>
                    <a:pt x="1803239" y="1824331"/>
                    <a:pt x="1777419" y="1850150"/>
                    <a:pt x="1745570" y="1850150"/>
                  </a:cubicBezTo>
                  <a:lnTo>
                    <a:pt x="57669" y="1850150"/>
                  </a:lnTo>
                  <a:cubicBezTo>
                    <a:pt x="25819" y="1850150"/>
                    <a:pt x="0" y="1824331"/>
                    <a:pt x="0" y="1792481"/>
                  </a:cubicBezTo>
                  <a:lnTo>
                    <a:pt x="0" y="57669"/>
                  </a:lnTo>
                  <a:cubicBezTo>
                    <a:pt x="0" y="25819"/>
                    <a:pt x="25819" y="0"/>
                    <a:pt x="57669"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3" id="13"/>
            <p:cNvSpPr txBox="true"/>
            <p:nvPr/>
          </p:nvSpPr>
          <p:spPr>
            <a:xfrm>
              <a:off x="0" y="-66675"/>
              <a:ext cx="1803239" cy="1916825"/>
            </a:xfrm>
            <a:prstGeom prst="rect">
              <a:avLst/>
            </a:prstGeom>
          </p:spPr>
          <p:txBody>
            <a:bodyPr anchor="ctr" rtlCol="false" tIns="50800" lIns="50800" bIns="50800" rIns="50800"/>
            <a:lstStyle/>
            <a:p>
              <a:pPr algn="ctr">
                <a:lnSpc>
                  <a:spcPts val="3638"/>
                </a:lnSpc>
              </a:pPr>
            </a:p>
          </p:txBody>
        </p:sp>
      </p:grpSp>
      <p:sp>
        <p:nvSpPr>
          <p:cNvPr name="TextBox 14" id="14"/>
          <p:cNvSpPr txBox="true"/>
          <p:nvPr/>
        </p:nvSpPr>
        <p:spPr>
          <a:xfrm rot="0">
            <a:off x="1028700" y="4637831"/>
            <a:ext cx="11099246" cy="2692401"/>
          </a:xfrm>
          <a:prstGeom prst="rect">
            <a:avLst/>
          </a:prstGeom>
        </p:spPr>
        <p:txBody>
          <a:bodyPr anchor="t" rtlCol="false" tIns="0" lIns="0" bIns="0" rIns="0">
            <a:spAutoFit/>
          </a:bodyPr>
          <a:lstStyle/>
          <a:p>
            <a:pPr algn="l" marL="0" indent="0" lvl="0">
              <a:lnSpc>
                <a:spcPts val="10000"/>
              </a:lnSpc>
              <a:spcBef>
                <a:spcPct val="0"/>
              </a:spcBef>
            </a:pPr>
            <a:r>
              <a:rPr lang="en-US" sz="12500" spc="-1000">
                <a:solidFill>
                  <a:srgbClr val="F9F9F9"/>
                </a:solidFill>
                <a:latin typeface="Cy Grotesk V3 Key"/>
                <a:ea typeface="Cy Grotesk V3 Key"/>
                <a:cs typeface="Cy Grotesk V3 Key"/>
                <a:sym typeface="Cy Grotesk V3 Key"/>
              </a:rPr>
              <a:t>Problem S</a:t>
            </a:r>
            <a:r>
              <a:rPr lang="en-US" sz="12500" spc="-1000">
                <a:solidFill>
                  <a:srgbClr val="F9F9F9"/>
                </a:solidFill>
                <a:latin typeface="Cy Grotesk V3 Key"/>
                <a:ea typeface="Cy Grotesk V3 Key"/>
                <a:cs typeface="Cy Grotesk V3 Key"/>
                <a:sym typeface="Cy Grotesk V3 Key"/>
              </a:rPr>
              <a:t>tatement</a:t>
            </a:r>
          </a:p>
        </p:txBody>
      </p:sp>
      <p:sp>
        <p:nvSpPr>
          <p:cNvPr name="TextBox 15" id="15"/>
          <p:cNvSpPr txBox="true"/>
          <p:nvPr/>
        </p:nvSpPr>
        <p:spPr>
          <a:xfrm rot="0">
            <a:off x="1028700" y="7882853"/>
            <a:ext cx="7291346" cy="1331595"/>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16" id="16"/>
          <p:cNvSpPr txBox="true"/>
          <p:nvPr/>
        </p:nvSpPr>
        <p:spPr>
          <a:xfrm rot="0">
            <a:off x="10912792" y="3571610"/>
            <a:ext cx="6071251" cy="1792097"/>
          </a:xfrm>
          <a:prstGeom prst="rect">
            <a:avLst/>
          </a:prstGeom>
        </p:spPr>
        <p:txBody>
          <a:bodyPr anchor="t" rtlCol="false" tIns="0" lIns="0" bIns="0" rIns="0">
            <a:spAutoFit/>
          </a:bodyPr>
          <a:lstStyle/>
          <a:p>
            <a:pPr algn="l">
              <a:lnSpc>
                <a:spcPts val="2869"/>
              </a:lnSpc>
            </a:pPr>
            <a:r>
              <a:rPr lang="en-US" sz="1900" i="true" spc="-68">
                <a:solidFill>
                  <a:srgbClr val="FFFFFF"/>
                </a:solidFill>
                <a:latin typeface="HK Grotesk Light Italics"/>
                <a:ea typeface="HK Grotesk Light Italics"/>
                <a:cs typeface="HK Grotesk Light Italics"/>
                <a:sym typeface="HK Grotesk Light Italics"/>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17" id="17"/>
          <p:cNvSpPr txBox="true"/>
          <p:nvPr/>
        </p:nvSpPr>
        <p:spPr>
          <a:xfrm rot="0">
            <a:off x="10912792" y="6770841"/>
            <a:ext cx="6071251" cy="1792097"/>
          </a:xfrm>
          <a:prstGeom prst="rect">
            <a:avLst/>
          </a:prstGeom>
        </p:spPr>
        <p:txBody>
          <a:bodyPr anchor="t" rtlCol="false" tIns="0" lIns="0" bIns="0" rIns="0">
            <a:spAutoFit/>
          </a:bodyPr>
          <a:lstStyle/>
          <a:p>
            <a:pPr algn="l">
              <a:lnSpc>
                <a:spcPts val="2869"/>
              </a:lnSpc>
            </a:pPr>
            <a:r>
              <a:rPr lang="en-US" sz="1900" i="true" spc="-68">
                <a:solidFill>
                  <a:srgbClr val="FFFFFF"/>
                </a:solidFill>
                <a:latin typeface="HK Grotesk Light Italics"/>
                <a:ea typeface="HK Grotesk Light Italics"/>
                <a:cs typeface="HK Grotesk Light Italics"/>
                <a:sym typeface="HK Grotesk Light Italics"/>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18" id="18"/>
          <p:cNvSpPr txBox="true"/>
          <p:nvPr/>
        </p:nvSpPr>
        <p:spPr>
          <a:xfrm rot="0">
            <a:off x="10926783" y="2843150"/>
            <a:ext cx="3691110" cy="508890"/>
          </a:xfrm>
          <a:prstGeom prst="rect">
            <a:avLst/>
          </a:prstGeom>
        </p:spPr>
        <p:txBody>
          <a:bodyPr anchor="t" rtlCol="false" tIns="0" lIns="0" bIns="0" rIns="0">
            <a:spAutoFit/>
          </a:bodyPr>
          <a:lstStyle/>
          <a:p>
            <a:pPr algn="l">
              <a:lnSpc>
                <a:spcPts val="4227"/>
              </a:lnSpc>
            </a:pPr>
            <a:r>
              <a:rPr lang="en-US" sz="2799" b="true">
                <a:solidFill>
                  <a:srgbClr val="FFFFFF"/>
                </a:solidFill>
                <a:latin typeface="HK Grotesk Bold"/>
                <a:ea typeface="HK Grotesk Bold"/>
                <a:cs typeface="HK Grotesk Bold"/>
                <a:sym typeface="HK Grotesk Bold"/>
              </a:rPr>
              <a:t>Problem 01</a:t>
            </a:r>
          </a:p>
        </p:txBody>
      </p:sp>
      <p:sp>
        <p:nvSpPr>
          <p:cNvPr name="TextBox 19" id="19"/>
          <p:cNvSpPr txBox="true"/>
          <p:nvPr/>
        </p:nvSpPr>
        <p:spPr>
          <a:xfrm rot="0">
            <a:off x="10926783" y="6042381"/>
            <a:ext cx="3691110" cy="508890"/>
          </a:xfrm>
          <a:prstGeom prst="rect">
            <a:avLst/>
          </a:prstGeom>
        </p:spPr>
        <p:txBody>
          <a:bodyPr anchor="t" rtlCol="false" tIns="0" lIns="0" bIns="0" rIns="0">
            <a:spAutoFit/>
          </a:bodyPr>
          <a:lstStyle/>
          <a:p>
            <a:pPr algn="l">
              <a:lnSpc>
                <a:spcPts val="4227"/>
              </a:lnSpc>
            </a:pPr>
            <a:r>
              <a:rPr lang="en-US" sz="2799" b="true">
                <a:solidFill>
                  <a:srgbClr val="FFFFFF"/>
                </a:solidFill>
                <a:latin typeface="HK Grotesk Bold"/>
                <a:ea typeface="HK Grotesk Bold"/>
                <a:cs typeface="HK Grotesk Bold"/>
                <a:sym typeface="HK Grotesk Bold"/>
              </a:rPr>
              <a:t>Problem 02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338588" y="2018423"/>
            <a:ext cx="7612070" cy="3686536"/>
            <a:chOff x="0" y="0"/>
            <a:chExt cx="2004825" cy="970940"/>
          </a:xfrm>
        </p:grpSpPr>
        <p:sp>
          <p:nvSpPr>
            <p:cNvPr name="Freeform 10" id="10"/>
            <p:cNvSpPr/>
            <p:nvPr/>
          </p:nvSpPr>
          <p:spPr>
            <a:xfrm flipH="false" flipV="false" rot="0">
              <a:off x="0" y="0"/>
              <a:ext cx="2004825" cy="970940"/>
            </a:xfrm>
            <a:custGeom>
              <a:avLst/>
              <a:gdLst/>
              <a:ahLst/>
              <a:cxnLst/>
              <a:rect r="r" b="b" t="t" l="l"/>
              <a:pathLst>
                <a:path h="970940" w="2004825">
                  <a:moveTo>
                    <a:pt x="51870" y="0"/>
                  </a:moveTo>
                  <a:lnTo>
                    <a:pt x="1952955" y="0"/>
                  </a:lnTo>
                  <a:cubicBezTo>
                    <a:pt x="1966712" y="0"/>
                    <a:pt x="1979905" y="5465"/>
                    <a:pt x="1989633" y="15192"/>
                  </a:cubicBezTo>
                  <a:cubicBezTo>
                    <a:pt x="1999360" y="24920"/>
                    <a:pt x="2004825" y="38113"/>
                    <a:pt x="2004825" y="51870"/>
                  </a:cubicBezTo>
                  <a:lnTo>
                    <a:pt x="2004825" y="919070"/>
                  </a:lnTo>
                  <a:cubicBezTo>
                    <a:pt x="2004825" y="932826"/>
                    <a:pt x="1999360" y="946020"/>
                    <a:pt x="1989633" y="955747"/>
                  </a:cubicBezTo>
                  <a:cubicBezTo>
                    <a:pt x="1979905" y="965475"/>
                    <a:pt x="1966712" y="970940"/>
                    <a:pt x="1952955" y="970940"/>
                  </a:cubicBezTo>
                  <a:lnTo>
                    <a:pt x="51870" y="970940"/>
                  </a:lnTo>
                  <a:cubicBezTo>
                    <a:pt x="38113" y="970940"/>
                    <a:pt x="24920" y="965475"/>
                    <a:pt x="15192" y="955747"/>
                  </a:cubicBezTo>
                  <a:cubicBezTo>
                    <a:pt x="5465" y="946020"/>
                    <a:pt x="0" y="932826"/>
                    <a:pt x="0" y="919070"/>
                  </a:cubicBezTo>
                  <a:lnTo>
                    <a:pt x="0" y="51870"/>
                  </a:lnTo>
                  <a:cubicBezTo>
                    <a:pt x="0" y="38113"/>
                    <a:pt x="5465" y="24920"/>
                    <a:pt x="15192" y="15192"/>
                  </a:cubicBezTo>
                  <a:cubicBezTo>
                    <a:pt x="24920" y="5465"/>
                    <a:pt x="38113" y="0"/>
                    <a:pt x="5187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1" id="11"/>
            <p:cNvSpPr txBox="true"/>
            <p:nvPr/>
          </p:nvSpPr>
          <p:spPr>
            <a:xfrm>
              <a:off x="0" y="-66675"/>
              <a:ext cx="2004825" cy="1037615"/>
            </a:xfrm>
            <a:prstGeom prst="rect">
              <a:avLst/>
            </a:prstGeom>
          </p:spPr>
          <p:txBody>
            <a:bodyPr anchor="ctr" rtlCol="false" tIns="50800" lIns="50800" bIns="50800" rIns="50800"/>
            <a:lstStyle/>
            <a:p>
              <a:pPr algn="ctr">
                <a:lnSpc>
                  <a:spcPts val="3638"/>
                </a:lnSpc>
              </a:pPr>
            </a:p>
          </p:txBody>
        </p:sp>
      </p:grpSp>
      <p:grpSp>
        <p:nvGrpSpPr>
          <p:cNvPr name="Group 12" id="12"/>
          <p:cNvGrpSpPr/>
          <p:nvPr/>
        </p:nvGrpSpPr>
        <p:grpSpPr>
          <a:xfrm rot="0">
            <a:off x="9337342" y="2018423"/>
            <a:ext cx="7612070" cy="3686536"/>
            <a:chOff x="0" y="0"/>
            <a:chExt cx="2004825" cy="970940"/>
          </a:xfrm>
        </p:grpSpPr>
        <p:sp>
          <p:nvSpPr>
            <p:cNvPr name="Freeform 13" id="13"/>
            <p:cNvSpPr/>
            <p:nvPr/>
          </p:nvSpPr>
          <p:spPr>
            <a:xfrm flipH="false" flipV="false" rot="0">
              <a:off x="0" y="0"/>
              <a:ext cx="2004825" cy="970940"/>
            </a:xfrm>
            <a:custGeom>
              <a:avLst/>
              <a:gdLst/>
              <a:ahLst/>
              <a:cxnLst/>
              <a:rect r="r" b="b" t="t" l="l"/>
              <a:pathLst>
                <a:path h="970940" w="2004825">
                  <a:moveTo>
                    <a:pt x="51870" y="0"/>
                  </a:moveTo>
                  <a:lnTo>
                    <a:pt x="1952955" y="0"/>
                  </a:lnTo>
                  <a:cubicBezTo>
                    <a:pt x="1966712" y="0"/>
                    <a:pt x="1979905" y="5465"/>
                    <a:pt x="1989633" y="15192"/>
                  </a:cubicBezTo>
                  <a:cubicBezTo>
                    <a:pt x="1999360" y="24920"/>
                    <a:pt x="2004825" y="38113"/>
                    <a:pt x="2004825" y="51870"/>
                  </a:cubicBezTo>
                  <a:lnTo>
                    <a:pt x="2004825" y="919070"/>
                  </a:lnTo>
                  <a:cubicBezTo>
                    <a:pt x="2004825" y="932826"/>
                    <a:pt x="1999360" y="946020"/>
                    <a:pt x="1989633" y="955747"/>
                  </a:cubicBezTo>
                  <a:cubicBezTo>
                    <a:pt x="1979905" y="965475"/>
                    <a:pt x="1966712" y="970940"/>
                    <a:pt x="1952955" y="970940"/>
                  </a:cubicBezTo>
                  <a:lnTo>
                    <a:pt x="51870" y="970940"/>
                  </a:lnTo>
                  <a:cubicBezTo>
                    <a:pt x="38113" y="970940"/>
                    <a:pt x="24920" y="965475"/>
                    <a:pt x="15192" y="955747"/>
                  </a:cubicBezTo>
                  <a:cubicBezTo>
                    <a:pt x="5465" y="946020"/>
                    <a:pt x="0" y="932826"/>
                    <a:pt x="0" y="919070"/>
                  </a:cubicBezTo>
                  <a:lnTo>
                    <a:pt x="0" y="51870"/>
                  </a:lnTo>
                  <a:cubicBezTo>
                    <a:pt x="0" y="38113"/>
                    <a:pt x="5465" y="24920"/>
                    <a:pt x="15192" y="15192"/>
                  </a:cubicBezTo>
                  <a:cubicBezTo>
                    <a:pt x="24920" y="5465"/>
                    <a:pt x="38113" y="0"/>
                    <a:pt x="5187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4" id="14"/>
            <p:cNvSpPr txBox="true"/>
            <p:nvPr/>
          </p:nvSpPr>
          <p:spPr>
            <a:xfrm>
              <a:off x="0" y="-66675"/>
              <a:ext cx="2004825" cy="1037615"/>
            </a:xfrm>
            <a:prstGeom prst="rect">
              <a:avLst/>
            </a:prstGeom>
          </p:spPr>
          <p:txBody>
            <a:bodyPr anchor="ctr" rtlCol="false" tIns="50800" lIns="50800" bIns="50800" rIns="50800"/>
            <a:lstStyle/>
            <a:p>
              <a:pPr algn="ctr">
                <a:lnSpc>
                  <a:spcPts val="3638"/>
                </a:lnSpc>
              </a:pPr>
            </a:p>
          </p:txBody>
        </p:sp>
      </p:grpSp>
      <p:grpSp>
        <p:nvGrpSpPr>
          <p:cNvPr name="Group 15" id="15"/>
          <p:cNvGrpSpPr/>
          <p:nvPr/>
        </p:nvGrpSpPr>
        <p:grpSpPr>
          <a:xfrm rot="0">
            <a:off x="7788873" y="2195578"/>
            <a:ext cx="855445" cy="85544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82B2"/>
            </a:solidFill>
          </p:spPr>
        </p:sp>
        <p:sp>
          <p:nvSpPr>
            <p:cNvPr name="TextBox 17" id="17"/>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18" id="18"/>
          <p:cNvGrpSpPr/>
          <p:nvPr/>
        </p:nvGrpSpPr>
        <p:grpSpPr>
          <a:xfrm rot="0">
            <a:off x="15800062" y="2195578"/>
            <a:ext cx="855445" cy="855445"/>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82B2"/>
            </a:solidFill>
          </p:spPr>
        </p:sp>
        <p:sp>
          <p:nvSpPr>
            <p:cNvPr name="TextBox 20" id="20"/>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sp>
        <p:nvSpPr>
          <p:cNvPr name="Freeform 21" id="21"/>
          <p:cNvSpPr/>
          <p:nvPr/>
        </p:nvSpPr>
        <p:spPr>
          <a:xfrm flipH="false" flipV="false" rot="0">
            <a:off x="7314643" y="2316503"/>
            <a:ext cx="948460" cy="948460"/>
          </a:xfrm>
          <a:custGeom>
            <a:avLst/>
            <a:gdLst/>
            <a:ahLst/>
            <a:cxnLst/>
            <a:rect r="r" b="b" t="t" l="l"/>
            <a:pathLst>
              <a:path h="948460" w="948460">
                <a:moveTo>
                  <a:pt x="0" y="0"/>
                </a:moveTo>
                <a:lnTo>
                  <a:pt x="948460" y="0"/>
                </a:lnTo>
                <a:lnTo>
                  <a:pt x="948460" y="948460"/>
                </a:lnTo>
                <a:lnTo>
                  <a:pt x="0" y="9484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5038215" y="2322472"/>
            <a:ext cx="1351764" cy="942491"/>
          </a:xfrm>
          <a:custGeom>
            <a:avLst/>
            <a:gdLst/>
            <a:ahLst/>
            <a:cxnLst/>
            <a:rect r="r" b="b" t="t" l="l"/>
            <a:pathLst>
              <a:path h="942491" w="1351764">
                <a:moveTo>
                  <a:pt x="0" y="0"/>
                </a:moveTo>
                <a:lnTo>
                  <a:pt x="1351764" y="0"/>
                </a:lnTo>
                <a:lnTo>
                  <a:pt x="1351764" y="942491"/>
                </a:lnTo>
                <a:lnTo>
                  <a:pt x="0" y="94249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3" id="23"/>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Larana Company</a:t>
            </a:r>
          </a:p>
        </p:txBody>
      </p:sp>
      <p:sp>
        <p:nvSpPr>
          <p:cNvPr name="TextBox 24" id="24"/>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Pitch Deck Business Presentation</a:t>
            </a:r>
          </a:p>
        </p:txBody>
      </p:sp>
      <p:sp>
        <p:nvSpPr>
          <p:cNvPr name="TextBox 25" id="25"/>
          <p:cNvSpPr txBox="true"/>
          <p:nvPr/>
        </p:nvSpPr>
        <p:spPr>
          <a:xfrm rot="0">
            <a:off x="1230888" y="6565899"/>
            <a:ext cx="11239246" cy="2692401"/>
          </a:xfrm>
          <a:prstGeom prst="rect">
            <a:avLst/>
          </a:prstGeom>
        </p:spPr>
        <p:txBody>
          <a:bodyPr anchor="t" rtlCol="false" tIns="0" lIns="0" bIns="0" rIns="0">
            <a:spAutoFit/>
          </a:bodyPr>
          <a:lstStyle/>
          <a:p>
            <a:pPr algn="l" marL="0" indent="0" lvl="0">
              <a:lnSpc>
                <a:spcPts val="10000"/>
              </a:lnSpc>
              <a:spcBef>
                <a:spcPct val="0"/>
              </a:spcBef>
            </a:pPr>
            <a:r>
              <a:rPr lang="en-US" sz="12500" spc="-1000">
                <a:solidFill>
                  <a:srgbClr val="F9F9F9"/>
                </a:solidFill>
                <a:latin typeface="Cy Grotesk V3 Key"/>
                <a:ea typeface="Cy Grotesk V3 Key"/>
                <a:cs typeface="Cy Grotesk V3 Key"/>
                <a:sym typeface="Cy Grotesk V3 Key"/>
              </a:rPr>
              <a:t>Ou</a:t>
            </a:r>
            <a:r>
              <a:rPr lang="en-US" sz="12500" spc="-1000">
                <a:solidFill>
                  <a:srgbClr val="F9F9F9"/>
                </a:solidFill>
                <a:latin typeface="Cy Grotesk V3 Key"/>
                <a:ea typeface="Cy Grotesk V3 Key"/>
                <a:cs typeface="Cy Grotesk V3 Key"/>
                <a:sym typeface="Cy Grotesk V3 Key"/>
              </a:rPr>
              <a:t>r Innovative Solutions</a:t>
            </a:r>
          </a:p>
        </p:txBody>
      </p:sp>
      <p:sp>
        <p:nvSpPr>
          <p:cNvPr name="TextBox 26" id="26"/>
          <p:cNvSpPr txBox="true"/>
          <p:nvPr/>
        </p:nvSpPr>
        <p:spPr>
          <a:xfrm rot="0">
            <a:off x="12950418" y="6659778"/>
            <a:ext cx="4013308" cy="2331720"/>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27" id="27"/>
          <p:cNvSpPr txBox="true"/>
          <p:nvPr/>
        </p:nvSpPr>
        <p:spPr>
          <a:xfrm rot="0">
            <a:off x="1803275" y="3890582"/>
            <a:ext cx="6767822" cy="1430147"/>
          </a:xfrm>
          <a:prstGeom prst="rect">
            <a:avLst/>
          </a:prstGeom>
        </p:spPr>
        <p:txBody>
          <a:bodyPr anchor="t" rtlCol="false" tIns="0" lIns="0" bIns="0" rIns="0">
            <a:spAutoFit/>
          </a:bodyPr>
          <a:lstStyle/>
          <a:p>
            <a:pPr algn="l">
              <a:lnSpc>
                <a:spcPts val="2869"/>
              </a:lnSpc>
            </a:pPr>
            <a:r>
              <a:rPr lang="en-US" sz="1900" i="true" spc="-68">
                <a:solidFill>
                  <a:srgbClr val="FFFFFF"/>
                </a:solidFill>
                <a:latin typeface="HK Grotesk Light Italics"/>
                <a:ea typeface="HK Grotesk Light Italics"/>
                <a:cs typeface="HK Grotesk Light Italics"/>
                <a:sym typeface="HK Grotesk Light Italics"/>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28" id="28"/>
          <p:cNvSpPr txBox="true"/>
          <p:nvPr/>
        </p:nvSpPr>
        <p:spPr>
          <a:xfrm rot="0">
            <a:off x="9802029" y="3890582"/>
            <a:ext cx="6767822" cy="1430147"/>
          </a:xfrm>
          <a:prstGeom prst="rect">
            <a:avLst/>
          </a:prstGeom>
        </p:spPr>
        <p:txBody>
          <a:bodyPr anchor="t" rtlCol="false" tIns="0" lIns="0" bIns="0" rIns="0">
            <a:spAutoFit/>
          </a:bodyPr>
          <a:lstStyle/>
          <a:p>
            <a:pPr algn="l">
              <a:lnSpc>
                <a:spcPts val="2869"/>
              </a:lnSpc>
            </a:pPr>
            <a:r>
              <a:rPr lang="en-US" sz="1900" i="true" spc="-68">
                <a:solidFill>
                  <a:srgbClr val="FFFFFF"/>
                </a:solidFill>
                <a:latin typeface="HK Grotesk Light Italics"/>
                <a:ea typeface="HK Grotesk Light Italics"/>
                <a:cs typeface="HK Grotesk Light Italics"/>
                <a:sym typeface="HK Grotesk Light Italics"/>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29" id="29"/>
          <p:cNvSpPr txBox="true"/>
          <p:nvPr/>
        </p:nvSpPr>
        <p:spPr>
          <a:xfrm rot="0">
            <a:off x="1803275" y="3111790"/>
            <a:ext cx="3691110" cy="508890"/>
          </a:xfrm>
          <a:prstGeom prst="rect">
            <a:avLst/>
          </a:prstGeom>
        </p:spPr>
        <p:txBody>
          <a:bodyPr anchor="t" rtlCol="false" tIns="0" lIns="0" bIns="0" rIns="0">
            <a:spAutoFit/>
          </a:bodyPr>
          <a:lstStyle/>
          <a:p>
            <a:pPr algn="l">
              <a:lnSpc>
                <a:spcPts val="4227"/>
              </a:lnSpc>
            </a:pPr>
            <a:r>
              <a:rPr lang="en-US" sz="2799" b="true">
                <a:solidFill>
                  <a:srgbClr val="FFFFFF"/>
                </a:solidFill>
                <a:latin typeface="HK Grotesk Bold"/>
                <a:ea typeface="HK Grotesk Bold"/>
                <a:cs typeface="HK Grotesk Bold"/>
                <a:sym typeface="HK Grotesk Bold"/>
              </a:rPr>
              <a:t>Solution 01</a:t>
            </a:r>
          </a:p>
        </p:txBody>
      </p:sp>
      <p:sp>
        <p:nvSpPr>
          <p:cNvPr name="TextBox 30" id="30"/>
          <p:cNvSpPr txBox="true"/>
          <p:nvPr/>
        </p:nvSpPr>
        <p:spPr>
          <a:xfrm rot="0">
            <a:off x="9802029" y="3111790"/>
            <a:ext cx="3691110" cy="508890"/>
          </a:xfrm>
          <a:prstGeom prst="rect">
            <a:avLst/>
          </a:prstGeom>
        </p:spPr>
        <p:txBody>
          <a:bodyPr anchor="t" rtlCol="false" tIns="0" lIns="0" bIns="0" rIns="0">
            <a:spAutoFit/>
          </a:bodyPr>
          <a:lstStyle/>
          <a:p>
            <a:pPr algn="l">
              <a:lnSpc>
                <a:spcPts val="4227"/>
              </a:lnSpc>
            </a:pPr>
            <a:r>
              <a:rPr lang="en-US" sz="2799" b="true">
                <a:solidFill>
                  <a:srgbClr val="FFFFFF"/>
                </a:solidFill>
                <a:latin typeface="HK Grotesk Bold"/>
                <a:ea typeface="HK Grotesk Bold"/>
                <a:cs typeface="HK Grotesk Bold"/>
                <a:sym typeface="HK Grotesk Bold"/>
              </a:rPr>
              <a:t>Solution 02</a:t>
            </a:r>
          </a:p>
        </p:txBody>
      </p:sp>
      <p:grpSp>
        <p:nvGrpSpPr>
          <p:cNvPr name="Group 31" id="31"/>
          <p:cNvGrpSpPr/>
          <p:nvPr/>
        </p:nvGrpSpPr>
        <p:grpSpPr>
          <a:xfrm rot="0">
            <a:off x="2017357" y="2428269"/>
            <a:ext cx="195032" cy="195032"/>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3" id="33"/>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34" id="34"/>
          <p:cNvGrpSpPr/>
          <p:nvPr/>
        </p:nvGrpSpPr>
        <p:grpSpPr>
          <a:xfrm rot="0">
            <a:off x="10016111" y="2428269"/>
            <a:ext cx="195032" cy="195032"/>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6" id="36"/>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37" id="37"/>
          <p:cNvGrpSpPr/>
          <p:nvPr/>
        </p:nvGrpSpPr>
        <p:grpSpPr>
          <a:xfrm rot="0">
            <a:off x="1803275" y="2428269"/>
            <a:ext cx="195032" cy="195032"/>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9" id="39"/>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40" id="40"/>
          <p:cNvGrpSpPr/>
          <p:nvPr/>
        </p:nvGrpSpPr>
        <p:grpSpPr>
          <a:xfrm rot="0">
            <a:off x="9802029" y="2428269"/>
            <a:ext cx="195032" cy="195032"/>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2" id="42"/>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028700" y="2050752"/>
            <a:ext cx="6349375" cy="3518460"/>
            <a:chOff x="0" y="0"/>
            <a:chExt cx="1672263" cy="926673"/>
          </a:xfrm>
        </p:grpSpPr>
        <p:sp>
          <p:nvSpPr>
            <p:cNvPr name="Freeform 10" id="10"/>
            <p:cNvSpPr/>
            <p:nvPr/>
          </p:nvSpPr>
          <p:spPr>
            <a:xfrm flipH="false" flipV="false" rot="0">
              <a:off x="0" y="0"/>
              <a:ext cx="1672263" cy="926673"/>
            </a:xfrm>
            <a:custGeom>
              <a:avLst/>
              <a:gdLst/>
              <a:ahLst/>
              <a:cxnLst/>
              <a:rect r="r" b="b" t="t" l="l"/>
              <a:pathLst>
                <a:path h="926673" w="1672263">
                  <a:moveTo>
                    <a:pt x="62185" y="0"/>
                  </a:moveTo>
                  <a:lnTo>
                    <a:pt x="1610078" y="0"/>
                  </a:lnTo>
                  <a:cubicBezTo>
                    <a:pt x="1626571" y="0"/>
                    <a:pt x="1642388" y="6552"/>
                    <a:pt x="1654050" y="18214"/>
                  </a:cubicBezTo>
                  <a:cubicBezTo>
                    <a:pt x="1665712" y="29876"/>
                    <a:pt x="1672263" y="45693"/>
                    <a:pt x="1672263" y="62185"/>
                  </a:cubicBezTo>
                  <a:lnTo>
                    <a:pt x="1672263" y="864487"/>
                  </a:lnTo>
                  <a:cubicBezTo>
                    <a:pt x="1672263" y="898831"/>
                    <a:pt x="1644422" y="926673"/>
                    <a:pt x="1610078" y="926673"/>
                  </a:cubicBezTo>
                  <a:lnTo>
                    <a:pt x="62185" y="926673"/>
                  </a:lnTo>
                  <a:cubicBezTo>
                    <a:pt x="45693" y="926673"/>
                    <a:pt x="29876" y="920121"/>
                    <a:pt x="18214" y="908459"/>
                  </a:cubicBezTo>
                  <a:cubicBezTo>
                    <a:pt x="6552" y="896797"/>
                    <a:pt x="0" y="880980"/>
                    <a:pt x="0" y="864487"/>
                  </a:cubicBezTo>
                  <a:lnTo>
                    <a:pt x="0" y="62185"/>
                  </a:lnTo>
                  <a:cubicBezTo>
                    <a:pt x="0" y="45693"/>
                    <a:pt x="6552" y="29876"/>
                    <a:pt x="18214" y="18214"/>
                  </a:cubicBezTo>
                  <a:cubicBezTo>
                    <a:pt x="29876" y="6552"/>
                    <a:pt x="45693" y="0"/>
                    <a:pt x="62185"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1" id="11"/>
            <p:cNvSpPr txBox="true"/>
            <p:nvPr/>
          </p:nvSpPr>
          <p:spPr>
            <a:xfrm>
              <a:off x="0" y="-66675"/>
              <a:ext cx="1672263" cy="993348"/>
            </a:xfrm>
            <a:prstGeom prst="rect">
              <a:avLst/>
            </a:prstGeom>
          </p:spPr>
          <p:txBody>
            <a:bodyPr anchor="ctr" rtlCol="false" tIns="50800" lIns="50800" bIns="50800" rIns="50800"/>
            <a:lstStyle/>
            <a:p>
              <a:pPr algn="ctr">
                <a:lnSpc>
                  <a:spcPts val="3638"/>
                </a:lnSpc>
              </a:pPr>
            </a:p>
          </p:txBody>
        </p:sp>
      </p:grpSp>
      <p:grpSp>
        <p:nvGrpSpPr>
          <p:cNvPr name="Group 12" id="12"/>
          <p:cNvGrpSpPr/>
          <p:nvPr/>
        </p:nvGrpSpPr>
        <p:grpSpPr>
          <a:xfrm rot="0">
            <a:off x="1028700" y="5893062"/>
            <a:ext cx="6349375" cy="3518460"/>
            <a:chOff x="0" y="0"/>
            <a:chExt cx="1672263" cy="926673"/>
          </a:xfrm>
        </p:grpSpPr>
        <p:sp>
          <p:nvSpPr>
            <p:cNvPr name="Freeform 13" id="13"/>
            <p:cNvSpPr/>
            <p:nvPr/>
          </p:nvSpPr>
          <p:spPr>
            <a:xfrm flipH="false" flipV="false" rot="0">
              <a:off x="0" y="0"/>
              <a:ext cx="1672263" cy="926673"/>
            </a:xfrm>
            <a:custGeom>
              <a:avLst/>
              <a:gdLst/>
              <a:ahLst/>
              <a:cxnLst/>
              <a:rect r="r" b="b" t="t" l="l"/>
              <a:pathLst>
                <a:path h="926673" w="1672263">
                  <a:moveTo>
                    <a:pt x="62185" y="0"/>
                  </a:moveTo>
                  <a:lnTo>
                    <a:pt x="1610078" y="0"/>
                  </a:lnTo>
                  <a:cubicBezTo>
                    <a:pt x="1626571" y="0"/>
                    <a:pt x="1642388" y="6552"/>
                    <a:pt x="1654050" y="18214"/>
                  </a:cubicBezTo>
                  <a:cubicBezTo>
                    <a:pt x="1665712" y="29876"/>
                    <a:pt x="1672263" y="45693"/>
                    <a:pt x="1672263" y="62185"/>
                  </a:cubicBezTo>
                  <a:lnTo>
                    <a:pt x="1672263" y="864487"/>
                  </a:lnTo>
                  <a:cubicBezTo>
                    <a:pt x="1672263" y="898831"/>
                    <a:pt x="1644422" y="926673"/>
                    <a:pt x="1610078" y="926673"/>
                  </a:cubicBezTo>
                  <a:lnTo>
                    <a:pt x="62185" y="926673"/>
                  </a:lnTo>
                  <a:cubicBezTo>
                    <a:pt x="45693" y="926673"/>
                    <a:pt x="29876" y="920121"/>
                    <a:pt x="18214" y="908459"/>
                  </a:cubicBezTo>
                  <a:cubicBezTo>
                    <a:pt x="6552" y="896797"/>
                    <a:pt x="0" y="880980"/>
                    <a:pt x="0" y="864487"/>
                  </a:cubicBezTo>
                  <a:lnTo>
                    <a:pt x="0" y="62185"/>
                  </a:lnTo>
                  <a:cubicBezTo>
                    <a:pt x="0" y="45693"/>
                    <a:pt x="6552" y="29876"/>
                    <a:pt x="18214" y="18214"/>
                  </a:cubicBezTo>
                  <a:cubicBezTo>
                    <a:pt x="29876" y="6552"/>
                    <a:pt x="45693" y="0"/>
                    <a:pt x="62185"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4" id="14"/>
            <p:cNvSpPr txBox="true"/>
            <p:nvPr/>
          </p:nvSpPr>
          <p:spPr>
            <a:xfrm>
              <a:off x="0" y="-66675"/>
              <a:ext cx="1672263" cy="993348"/>
            </a:xfrm>
            <a:prstGeom prst="rect">
              <a:avLst/>
            </a:prstGeom>
          </p:spPr>
          <p:txBody>
            <a:bodyPr anchor="ctr" rtlCol="false" tIns="50800" lIns="50800" bIns="50800" rIns="50800"/>
            <a:lstStyle/>
            <a:p>
              <a:pPr algn="ctr">
                <a:lnSpc>
                  <a:spcPts val="3638"/>
                </a:lnSpc>
              </a:pPr>
            </a:p>
          </p:txBody>
        </p:sp>
      </p:grpSp>
      <p:grpSp>
        <p:nvGrpSpPr>
          <p:cNvPr name="Group 15" id="15"/>
          <p:cNvGrpSpPr/>
          <p:nvPr/>
        </p:nvGrpSpPr>
        <p:grpSpPr>
          <a:xfrm rot="0">
            <a:off x="8145684" y="7159928"/>
            <a:ext cx="9113616" cy="2251595"/>
            <a:chOff x="0" y="0"/>
            <a:chExt cx="1777997" cy="439269"/>
          </a:xfrm>
        </p:grpSpPr>
        <p:sp>
          <p:nvSpPr>
            <p:cNvPr name="Freeform 16" id="16"/>
            <p:cNvSpPr/>
            <p:nvPr/>
          </p:nvSpPr>
          <p:spPr>
            <a:xfrm flipH="false" flipV="false" rot="0">
              <a:off x="0" y="0"/>
              <a:ext cx="1777997" cy="439269"/>
            </a:xfrm>
            <a:custGeom>
              <a:avLst/>
              <a:gdLst/>
              <a:ahLst/>
              <a:cxnLst/>
              <a:rect r="r" b="b" t="t" l="l"/>
              <a:pathLst>
                <a:path h="439269" w="1777997">
                  <a:moveTo>
                    <a:pt x="37378" y="0"/>
                  </a:moveTo>
                  <a:lnTo>
                    <a:pt x="1740620" y="0"/>
                  </a:lnTo>
                  <a:cubicBezTo>
                    <a:pt x="1750533" y="0"/>
                    <a:pt x="1760040" y="3938"/>
                    <a:pt x="1767050" y="10948"/>
                  </a:cubicBezTo>
                  <a:cubicBezTo>
                    <a:pt x="1774060" y="17957"/>
                    <a:pt x="1777997" y="27464"/>
                    <a:pt x="1777997" y="37378"/>
                  </a:cubicBezTo>
                  <a:lnTo>
                    <a:pt x="1777997" y="401892"/>
                  </a:lnTo>
                  <a:cubicBezTo>
                    <a:pt x="1777997" y="422535"/>
                    <a:pt x="1761263" y="439269"/>
                    <a:pt x="1740620" y="439269"/>
                  </a:cubicBezTo>
                  <a:lnTo>
                    <a:pt x="37378" y="439269"/>
                  </a:lnTo>
                  <a:cubicBezTo>
                    <a:pt x="16734" y="439269"/>
                    <a:pt x="0" y="422535"/>
                    <a:pt x="0" y="401892"/>
                  </a:cubicBezTo>
                  <a:lnTo>
                    <a:pt x="0" y="37378"/>
                  </a:lnTo>
                  <a:cubicBezTo>
                    <a:pt x="0" y="16734"/>
                    <a:pt x="16734" y="0"/>
                    <a:pt x="37378" y="0"/>
                  </a:cubicBezTo>
                  <a:close/>
                </a:path>
              </a:pathLst>
            </a:custGeom>
            <a:blipFill>
              <a:blip r:embed="rId6"/>
              <a:stretch>
                <a:fillRect l="0" t="-60689" r="0" b="-108477"/>
              </a:stretch>
            </a:blipFill>
            <a:ln w="19050" cap="rnd">
              <a:gradFill>
                <a:gsLst>
                  <a:gs pos="0">
                    <a:srgbClr val="FFC4E1">
                      <a:alpha val="0"/>
                    </a:srgbClr>
                  </a:gs>
                  <a:gs pos="25000">
                    <a:srgbClr val="FFC4E1">
                      <a:alpha val="59500"/>
                    </a:srgbClr>
                  </a:gs>
                  <a:gs pos="50000">
                    <a:srgbClr val="FFDAEC">
                      <a:alpha val="100000"/>
                    </a:srgbClr>
                  </a:gs>
                  <a:gs pos="75000">
                    <a:srgbClr val="FFC4E1">
                      <a:alpha val="60000"/>
                    </a:srgbClr>
                  </a:gs>
                  <a:gs pos="100000">
                    <a:srgbClr val="FFC4E1">
                      <a:alpha val="0"/>
                    </a:srgbClr>
                  </a:gs>
                </a:gsLst>
                <a:lin ang="2700000"/>
              </a:gradFill>
              <a:prstDash val="solid"/>
              <a:round/>
            </a:ln>
          </p:spPr>
        </p:sp>
      </p:grpSp>
      <p:grpSp>
        <p:nvGrpSpPr>
          <p:cNvPr name="Group 17" id="17"/>
          <p:cNvGrpSpPr/>
          <p:nvPr/>
        </p:nvGrpSpPr>
        <p:grpSpPr>
          <a:xfrm rot="0">
            <a:off x="6715827" y="2428269"/>
            <a:ext cx="195032" cy="19503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9" id="19"/>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20" id="20"/>
          <p:cNvGrpSpPr/>
          <p:nvPr/>
        </p:nvGrpSpPr>
        <p:grpSpPr>
          <a:xfrm rot="0">
            <a:off x="6715827" y="6270579"/>
            <a:ext cx="195032" cy="195032"/>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2" id="22"/>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23" id="23"/>
          <p:cNvGrpSpPr/>
          <p:nvPr/>
        </p:nvGrpSpPr>
        <p:grpSpPr>
          <a:xfrm rot="0">
            <a:off x="6501746" y="2428269"/>
            <a:ext cx="195032" cy="195032"/>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5" id="25"/>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26" id="26"/>
          <p:cNvGrpSpPr/>
          <p:nvPr/>
        </p:nvGrpSpPr>
        <p:grpSpPr>
          <a:xfrm rot="0">
            <a:off x="6501746" y="6270579"/>
            <a:ext cx="195032" cy="195032"/>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8" id="28"/>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sp>
        <p:nvSpPr>
          <p:cNvPr name="TextBox 29" id="29"/>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Larana Company</a:t>
            </a:r>
          </a:p>
        </p:txBody>
      </p:sp>
      <p:sp>
        <p:nvSpPr>
          <p:cNvPr name="TextBox 30" id="30"/>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Pitch Deck Business Presentation</a:t>
            </a:r>
          </a:p>
        </p:txBody>
      </p:sp>
      <p:sp>
        <p:nvSpPr>
          <p:cNvPr name="TextBox 31" id="31"/>
          <p:cNvSpPr txBox="true"/>
          <p:nvPr/>
        </p:nvSpPr>
        <p:spPr>
          <a:xfrm rot="0">
            <a:off x="8145684" y="2262384"/>
            <a:ext cx="9991307" cy="2692401"/>
          </a:xfrm>
          <a:prstGeom prst="rect">
            <a:avLst/>
          </a:prstGeom>
        </p:spPr>
        <p:txBody>
          <a:bodyPr anchor="t" rtlCol="false" tIns="0" lIns="0" bIns="0" rIns="0">
            <a:spAutoFit/>
          </a:bodyPr>
          <a:lstStyle/>
          <a:p>
            <a:pPr algn="l" marL="0" indent="0" lvl="0">
              <a:lnSpc>
                <a:spcPts val="10000"/>
              </a:lnSpc>
              <a:spcBef>
                <a:spcPct val="0"/>
              </a:spcBef>
            </a:pPr>
            <a:r>
              <a:rPr lang="en-US" sz="12500" spc="-1000">
                <a:solidFill>
                  <a:srgbClr val="F9F9F9"/>
                </a:solidFill>
                <a:latin typeface="Cy Grotesk V3 Key"/>
                <a:ea typeface="Cy Grotesk V3 Key"/>
                <a:cs typeface="Cy Grotesk V3 Key"/>
                <a:sym typeface="Cy Grotesk V3 Key"/>
              </a:rPr>
              <a:t>Discover Ou</a:t>
            </a:r>
            <a:r>
              <a:rPr lang="en-US" sz="12500" spc="-1000">
                <a:solidFill>
                  <a:srgbClr val="F9F9F9"/>
                </a:solidFill>
                <a:latin typeface="Cy Grotesk V3 Key"/>
                <a:ea typeface="Cy Grotesk V3 Key"/>
                <a:cs typeface="Cy Grotesk V3 Key"/>
                <a:sym typeface="Cy Grotesk V3 Key"/>
              </a:rPr>
              <a:t>r Services</a:t>
            </a:r>
          </a:p>
        </p:txBody>
      </p:sp>
      <p:sp>
        <p:nvSpPr>
          <p:cNvPr name="TextBox 32" id="32"/>
          <p:cNvSpPr txBox="true"/>
          <p:nvPr/>
        </p:nvSpPr>
        <p:spPr>
          <a:xfrm rot="0">
            <a:off x="8334325" y="5297685"/>
            <a:ext cx="8498581" cy="1331595"/>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33" id="33"/>
          <p:cNvSpPr txBox="true"/>
          <p:nvPr/>
        </p:nvSpPr>
        <p:spPr>
          <a:xfrm rot="0">
            <a:off x="1376487" y="3260468"/>
            <a:ext cx="5534372" cy="1792097"/>
          </a:xfrm>
          <a:prstGeom prst="rect">
            <a:avLst/>
          </a:prstGeom>
        </p:spPr>
        <p:txBody>
          <a:bodyPr anchor="t" rtlCol="false" tIns="0" lIns="0" bIns="0" rIns="0">
            <a:spAutoFit/>
          </a:bodyPr>
          <a:lstStyle/>
          <a:p>
            <a:pPr algn="l">
              <a:lnSpc>
                <a:spcPts val="2869"/>
              </a:lnSpc>
            </a:pPr>
            <a:r>
              <a:rPr lang="en-US" sz="1900" i="true" spc="-68">
                <a:solidFill>
                  <a:srgbClr val="FFFFFF"/>
                </a:solidFill>
                <a:latin typeface="HK Grotesk Light Italics"/>
                <a:ea typeface="HK Grotesk Light Italics"/>
                <a:cs typeface="HK Grotesk Light Italics"/>
                <a:sym typeface="HK Grotesk Light Italics"/>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34" id="34"/>
          <p:cNvSpPr txBox="true"/>
          <p:nvPr/>
        </p:nvSpPr>
        <p:spPr>
          <a:xfrm rot="0">
            <a:off x="1376487" y="7102778"/>
            <a:ext cx="5534372" cy="1792097"/>
          </a:xfrm>
          <a:prstGeom prst="rect">
            <a:avLst/>
          </a:prstGeom>
        </p:spPr>
        <p:txBody>
          <a:bodyPr anchor="t" rtlCol="false" tIns="0" lIns="0" bIns="0" rIns="0">
            <a:spAutoFit/>
          </a:bodyPr>
          <a:lstStyle/>
          <a:p>
            <a:pPr algn="l">
              <a:lnSpc>
                <a:spcPts val="2869"/>
              </a:lnSpc>
            </a:pPr>
            <a:r>
              <a:rPr lang="en-US" sz="1900" i="true" spc="-68">
                <a:solidFill>
                  <a:srgbClr val="FFFFFF"/>
                </a:solidFill>
                <a:latin typeface="HK Grotesk Light Italics"/>
                <a:ea typeface="HK Grotesk Light Italics"/>
                <a:cs typeface="HK Grotesk Light Italics"/>
                <a:sym typeface="HK Grotesk Light Italics"/>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35" id="35"/>
          <p:cNvSpPr txBox="true"/>
          <p:nvPr/>
        </p:nvSpPr>
        <p:spPr>
          <a:xfrm rot="0">
            <a:off x="1376487" y="2481675"/>
            <a:ext cx="3691110" cy="508890"/>
          </a:xfrm>
          <a:prstGeom prst="rect">
            <a:avLst/>
          </a:prstGeom>
        </p:spPr>
        <p:txBody>
          <a:bodyPr anchor="t" rtlCol="false" tIns="0" lIns="0" bIns="0" rIns="0">
            <a:spAutoFit/>
          </a:bodyPr>
          <a:lstStyle/>
          <a:p>
            <a:pPr algn="l">
              <a:lnSpc>
                <a:spcPts val="4227"/>
              </a:lnSpc>
            </a:pPr>
            <a:r>
              <a:rPr lang="en-US" sz="2799" b="true">
                <a:solidFill>
                  <a:srgbClr val="FFFFFF"/>
                </a:solidFill>
                <a:latin typeface="HK Grotesk Bold"/>
                <a:ea typeface="HK Grotesk Bold"/>
                <a:cs typeface="HK Grotesk Bold"/>
                <a:sym typeface="HK Grotesk Bold"/>
              </a:rPr>
              <a:t>Service 01</a:t>
            </a:r>
          </a:p>
        </p:txBody>
      </p:sp>
      <p:sp>
        <p:nvSpPr>
          <p:cNvPr name="TextBox 36" id="36"/>
          <p:cNvSpPr txBox="true"/>
          <p:nvPr/>
        </p:nvSpPr>
        <p:spPr>
          <a:xfrm rot="0">
            <a:off x="1376487" y="6323985"/>
            <a:ext cx="3691110" cy="508890"/>
          </a:xfrm>
          <a:prstGeom prst="rect">
            <a:avLst/>
          </a:prstGeom>
        </p:spPr>
        <p:txBody>
          <a:bodyPr anchor="t" rtlCol="false" tIns="0" lIns="0" bIns="0" rIns="0">
            <a:spAutoFit/>
          </a:bodyPr>
          <a:lstStyle/>
          <a:p>
            <a:pPr algn="l">
              <a:lnSpc>
                <a:spcPts val="4227"/>
              </a:lnSpc>
            </a:pPr>
            <a:r>
              <a:rPr lang="en-US" sz="2799" b="true">
                <a:solidFill>
                  <a:srgbClr val="FFFFFF"/>
                </a:solidFill>
                <a:latin typeface="HK Grotesk Bold"/>
                <a:ea typeface="HK Grotesk Bold"/>
                <a:cs typeface="HK Grotesk Bold"/>
                <a:sym typeface="HK Grotesk Bold"/>
              </a:rPr>
              <a:t>Service 02</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Larana Company</a:t>
            </a:r>
          </a:p>
        </p:txBody>
      </p:sp>
      <p:sp>
        <p:nvSpPr>
          <p:cNvPr name="TextBox 10" id="10"/>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Pitch Deck Business Presentation</a:t>
            </a:r>
          </a:p>
        </p:txBody>
      </p:sp>
      <p:grpSp>
        <p:nvGrpSpPr>
          <p:cNvPr name="Group 11" id="11"/>
          <p:cNvGrpSpPr/>
          <p:nvPr/>
        </p:nvGrpSpPr>
        <p:grpSpPr>
          <a:xfrm rot="0">
            <a:off x="1182106" y="5390676"/>
            <a:ext cx="7680288" cy="3867624"/>
            <a:chOff x="0" y="0"/>
            <a:chExt cx="2022792" cy="1018634"/>
          </a:xfrm>
        </p:grpSpPr>
        <p:sp>
          <p:nvSpPr>
            <p:cNvPr name="Freeform 12" id="12"/>
            <p:cNvSpPr/>
            <p:nvPr/>
          </p:nvSpPr>
          <p:spPr>
            <a:xfrm flipH="false" flipV="false" rot="0">
              <a:off x="0" y="0"/>
              <a:ext cx="2022792" cy="1018634"/>
            </a:xfrm>
            <a:custGeom>
              <a:avLst/>
              <a:gdLst/>
              <a:ahLst/>
              <a:cxnLst/>
              <a:rect r="r" b="b" t="t" l="l"/>
              <a:pathLst>
                <a:path h="1018634" w="2022792">
                  <a:moveTo>
                    <a:pt x="51409" y="0"/>
                  </a:moveTo>
                  <a:lnTo>
                    <a:pt x="1971383" y="0"/>
                  </a:lnTo>
                  <a:cubicBezTo>
                    <a:pt x="1999775" y="0"/>
                    <a:pt x="2022792" y="23017"/>
                    <a:pt x="2022792" y="51409"/>
                  </a:cubicBezTo>
                  <a:lnTo>
                    <a:pt x="2022792" y="967224"/>
                  </a:lnTo>
                  <a:cubicBezTo>
                    <a:pt x="2022792" y="995617"/>
                    <a:pt x="1999775" y="1018634"/>
                    <a:pt x="1971383" y="1018634"/>
                  </a:cubicBezTo>
                  <a:lnTo>
                    <a:pt x="51409" y="1018634"/>
                  </a:lnTo>
                  <a:cubicBezTo>
                    <a:pt x="23017" y="1018634"/>
                    <a:pt x="0" y="995617"/>
                    <a:pt x="0" y="967224"/>
                  </a:cubicBezTo>
                  <a:lnTo>
                    <a:pt x="0" y="51409"/>
                  </a:lnTo>
                  <a:cubicBezTo>
                    <a:pt x="0" y="23017"/>
                    <a:pt x="23017" y="0"/>
                    <a:pt x="51409"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3" id="13"/>
            <p:cNvSpPr txBox="true"/>
            <p:nvPr/>
          </p:nvSpPr>
          <p:spPr>
            <a:xfrm>
              <a:off x="0" y="-66675"/>
              <a:ext cx="2022792" cy="1085309"/>
            </a:xfrm>
            <a:prstGeom prst="rect">
              <a:avLst/>
            </a:prstGeom>
          </p:spPr>
          <p:txBody>
            <a:bodyPr anchor="ctr" rtlCol="false" tIns="50800" lIns="50800" bIns="50800" rIns="50800"/>
            <a:lstStyle/>
            <a:p>
              <a:pPr algn="ctr">
                <a:lnSpc>
                  <a:spcPts val="3638"/>
                </a:lnSpc>
              </a:pPr>
            </a:p>
          </p:txBody>
        </p:sp>
      </p:grpSp>
      <p:grpSp>
        <p:nvGrpSpPr>
          <p:cNvPr name="Group 14" id="14"/>
          <p:cNvGrpSpPr/>
          <p:nvPr/>
        </p:nvGrpSpPr>
        <p:grpSpPr>
          <a:xfrm rot="0">
            <a:off x="9425606" y="5390676"/>
            <a:ext cx="7680288" cy="3867624"/>
            <a:chOff x="0" y="0"/>
            <a:chExt cx="2022792" cy="1018634"/>
          </a:xfrm>
        </p:grpSpPr>
        <p:sp>
          <p:nvSpPr>
            <p:cNvPr name="Freeform 15" id="15"/>
            <p:cNvSpPr/>
            <p:nvPr/>
          </p:nvSpPr>
          <p:spPr>
            <a:xfrm flipH="false" flipV="false" rot="0">
              <a:off x="0" y="0"/>
              <a:ext cx="2022792" cy="1018634"/>
            </a:xfrm>
            <a:custGeom>
              <a:avLst/>
              <a:gdLst/>
              <a:ahLst/>
              <a:cxnLst/>
              <a:rect r="r" b="b" t="t" l="l"/>
              <a:pathLst>
                <a:path h="1018634" w="2022792">
                  <a:moveTo>
                    <a:pt x="51409" y="0"/>
                  </a:moveTo>
                  <a:lnTo>
                    <a:pt x="1971383" y="0"/>
                  </a:lnTo>
                  <a:cubicBezTo>
                    <a:pt x="1999775" y="0"/>
                    <a:pt x="2022792" y="23017"/>
                    <a:pt x="2022792" y="51409"/>
                  </a:cubicBezTo>
                  <a:lnTo>
                    <a:pt x="2022792" y="967224"/>
                  </a:lnTo>
                  <a:cubicBezTo>
                    <a:pt x="2022792" y="995617"/>
                    <a:pt x="1999775" y="1018634"/>
                    <a:pt x="1971383" y="1018634"/>
                  </a:cubicBezTo>
                  <a:lnTo>
                    <a:pt x="51409" y="1018634"/>
                  </a:lnTo>
                  <a:cubicBezTo>
                    <a:pt x="23017" y="1018634"/>
                    <a:pt x="0" y="995617"/>
                    <a:pt x="0" y="967224"/>
                  </a:cubicBezTo>
                  <a:lnTo>
                    <a:pt x="0" y="51409"/>
                  </a:lnTo>
                  <a:cubicBezTo>
                    <a:pt x="0" y="23017"/>
                    <a:pt x="23017" y="0"/>
                    <a:pt x="51409"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6" id="16"/>
            <p:cNvSpPr txBox="true"/>
            <p:nvPr/>
          </p:nvSpPr>
          <p:spPr>
            <a:xfrm>
              <a:off x="0" y="-66675"/>
              <a:ext cx="2022792" cy="1085309"/>
            </a:xfrm>
            <a:prstGeom prst="rect">
              <a:avLst/>
            </a:prstGeom>
          </p:spPr>
          <p:txBody>
            <a:bodyPr anchor="ctr" rtlCol="false" tIns="50800" lIns="50800" bIns="50800" rIns="50800"/>
            <a:lstStyle/>
            <a:p>
              <a:pPr algn="ctr">
                <a:lnSpc>
                  <a:spcPts val="3638"/>
                </a:lnSpc>
              </a:pPr>
            </a:p>
          </p:txBody>
        </p:sp>
      </p:grpSp>
      <p:sp>
        <p:nvSpPr>
          <p:cNvPr name="TextBox 17" id="17"/>
          <p:cNvSpPr txBox="true"/>
          <p:nvPr/>
        </p:nvSpPr>
        <p:spPr>
          <a:xfrm rot="0">
            <a:off x="1307554" y="2253386"/>
            <a:ext cx="8391317" cy="2890114"/>
          </a:xfrm>
          <a:prstGeom prst="rect">
            <a:avLst/>
          </a:prstGeom>
        </p:spPr>
        <p:txBody>
          <a:bodyPr anchor="t" rtlCol="false" tIns="0" lIns="0" bIns="0" rIns="0">
            <a:spAutoFit/>
          </a:bodyPr>
          <a:lstStyle/>
          <a:p>
            <a:pPr algn="l">
              <a:lnSpc>
                <a:spcPts val="10713"/>
              </a:lnSpc>
            </a:pPr>
            <a:r>
              <a:rPr lang="en-US" sz="13392" spc="-1071">
                <a:solidFill>
                  <a:srgbClr val="F9F9F9"/>
                </a:solidFill>
                <a:latin typeface="Cy Grotesk V3 Key"/>
                <a:ea typeface="Cy Grotesk V3 Key"/>
                <a:cs typeface="Cy Grotesk V3 Key"/>
                <a:sym typeface="Cy Grotesk V3 Key"/>
              </a:rPr>
              <a:t>Size </a:t>
            </a:r>
            <a:r>
              <a:rPr lang="en-US" sz="13392" spc="-1071">
                <a:solidFill>
                  <a:srgbClr val="F9F9F9"/>
                </a:solidFill>
                <a:latin typeface="Cy Grotesk V3 Key"/>
                <a:ea typeface="Cy Grotesk V3 Key"/>
                <a:cs typeface="Cy Grotesk V3 Key"/>
                <a:sym typeface="Cy Grotesk V3 Key"/>
              </a:rPr>
              <a:t>of </a:t>
            </a:r>
          </a:p>
          <a:p>
            <a:pPr algn="l" marL="0" indent="0" lvl="0">
              <a:lnSpc>
                <a:spcPts val="10713"/>
              </a:lnSpc>
              <a:spcBef>
                <a:spcPct val="0"/>
              </a:spcBef>
            </a:pPr>
            <a:r>
              <a:rPr lang="en-US" sz="13392" spc="-1071">
                <a:solidFill>
                  <a:srgbClr val="F9F9F9"/>
                </a:solidFill>
                <a:latin typeface="Cy Grotesk V3 Key"/>
                <a:ea typeface="Cy Grotesk V3 Key"/>
                <a:cs typeface="Cy Grotesk V3 Key"/>
                <a:sym typeface="Cy Grotesk V3 Key"/>
              </a:rPr>
              <a:t>Market</a:t>
            </a:r>
          </a:p>
        </p:txBody>
      </p:sp>
      <p:sp>
        <p:nvSpPr>
          <p:cNvPr name="TextBox 18" id="18"/>
          <p:cNvSpPr txBox="true"/>
          <p:nvPr/>
        </p:nvSpPr>
        <p:spPr>
          <a:xfrm rot="0">
            <a:off x="8084964" y="2243488"/>
            <a:ext cx="9174336" cy="998220"/>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19" id="19"/>
          <p:cNvSpPr txBox="true"/>
          <p:nvPr/>
        </p:nvSpPr>
        <p:spPr>
          <a:xfrm rot="0">
            <a:off x="8084964" y="3631304"/>
            <a:ext cx="9174336" cy="998220"/>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20" id="20"/>
          <p:cNvSpPr txBox="true"/>
          <p:nvPr/>
        </p:nvSpPr>
        <p:spPr>
          <a:xfrm rot="0">
            <a:off x="1615228" y="8003438"/>
            <a:ext cx="7086538" cy="883285"/>
          </a:xfrm>
          <a:prstGeom prst="rect">
            <a:avLst/>
          </a:prstGeom>
        </p:spPr>
        <p:txBody>
          <a:bodyPr anchor="t" rtlCol="false" tIns="0" lIns="0" bIns="0" rIns="0">
            <a:spAutoFit/>
          </a:bodyPr>
          <a:lstStyle/>
          <a:p>
            <a:pPr algn="l">
              <a:lnSpc>
                <a:spcPts val="2375"/>
              </a:lnSpc>
            </a:pPr>
            <a:r>
              <a:rPr lang="en-US" sz="1900" i="true" spc="-68">
                <a:solidFill>
                  <a:srgbClr val="FFFFFF"/>
                </a:solidFill>
                <a:latin typeface="HK Grotesk Light Italics"/>
                <a:ea typeface="HK Grotesk Light Italics"/>
                <a:cs typeface="HK Grotesk Light Italics"/>
                <a:sym typeface="HK Grotesk Light Italics"/>
              </a:rPr>
              <a:t>Lorem ipsum dolor sit amet, consectetur adipiscing elit. Quisque molestie nisl eu sem tristique, sit amet convallis ex aliquam. Maecenas varius lectus hendrerit augue blandit.</a:t>
            </a:r>
          </a:p>
        </p:txBody>
      </p:sp>
      <p:sp>
        <p:nvSpPr>
          <p:cNvPr name="TextBox 21" id="21"/>
          <p:cNvSpPr txBox="true"/>
          <p:nvPr/>
        </p:nvSpPr>
        <p:spPr>
          <a:xfrm rot="0">
            <a:off x="9730528" y="8003438"/>
            <a:ext cx="7086538" cy="883285"/>
          </a:xfrm>
          <a:prstGeom prst="rect">
            <a:avLst/>
          </a:prstGeom>
        </p:spPr>
        <p:txBody>
          <a:bodyPr anchor="t" rtlCol="false" tIns="0" lIns="0" bIns="0" rIns="0">
            <a:spAutoFit/>
          </a:bodyPr>
          <a:lstStyle/>
          <a:p>
            <a:pPr algn="l">
              <a:lnSpc>
                <a:spcPts val="2375"/>
              </a:lnSpc>
            </a:pPr>
            <a:r>
              <a:rPr lang="en-US" sz="1900" i="true" spc="-68">
                <a:solidFill>
                  <a:srgbClr val="FFFFFF"/>
                </a:solidFill>
                <a:latin typeface="HK Grotesk Light Italics"/>
                <a:ea typeface="HK Grotesk Light Italics"/>
                <a:cs typeface="HK Grotesk Light Italics"/>
                <a:sym typeface="HK Grotesk Light Italics"/>
              </a:rPr>
              <a:t>Lorem ipsum dolor sit amet, consectetur adipiscing elit. Quisque molestie nisl eu sem tristique, sit amet convallis ex aliquam. Maecenas varius lectus hendrerit augue blandit.</a:t>
            </a:r>
          </a:p>
        </p:txBody>
      </p:sp>
      <p:sp>
        <p:nvSpPr>
          <p:cNvPr name="TextBox 22" id="22"/>
          <p:cNvSpPr txBox="true"/>
          <p:nvPr/>
        </p:nvSpPr>
        <p:spPr>
          <a:xfrm rot="0">
            <a:off x="1629219" y="7354207"/>
            <a:ext cx="3691110" cy="508890"/>
          </a:xfrm>
          <a:prstGeom prst="rect">
            <a:avLst/>
          </a:prstGeom>
        </p:spPr>
        <p:txBody>
          <a:bodyPr anchor="t" rtlCol="false" tIns="0" lIns="0" bIns="0" rIns="0">
            <a:spAutoFit/>
          </a:bodyPr>
          <a:lstStyle/>
          <a:p>
            <a:pPr algn="l">
              <a:lnSpc>
                <a:spcPts val="4227"/>
              </a:lnSpc>
            </a:pPr>
            <a:r>
              <a:rPr lang="en-US" sz="2799" b="true">
                <a:solidFill>
                  <a:srgbClr val="FFFFFF"/>
                </a:solidFill>
                <a:latin typeface="HK Grotesk Bold"/>
                <a:ea typeface="HK Grotesk Bold"/>
                <a:cs typeface="HK Grotesk Bold"/>
                <a:sym typeface="HK Grotesk Bold"/>
              </a:rPr>
              <a:t>Problem Statment</a:t>
            </a:r>
          </a:p>
        </p:txBody>
      </p:sp>
      <p:sp>
        <p:nvSpPr>
          <p:cNvPr name="TextBox 23" id="23"/>
          <p:cNvSpPr txBox="true"/>
          <p:nvPr/>
        </p:nvSpPr>
        <p:spPr>
          <a:xfrm rot="0">
            <a:off x="9744519" y="7354207"/>
            <a:ext cx="3691110" cy="508890"/>
          </a:xfrm>
          <a:prstGeom prst="rect">
            <a:avLst/>
          </a:prstGeom>
        </p:spPr>
        <p:txBody>
          <a:bodyPr anchor="t" rtlCol="false" tIns="0" lIns="0" bIns="0" rIns="0">
            <a:spAutoFit/>
          </a:bodyPr>
          <a:lstStyle/>
          <a:p>
            <a:pPr algn="l">
              <a:lnSpc>
                <a:spcPts val="4227"/>
              </a:lnSpc>
            </a:pPr>
            <a:r>
              <a:rPr lang="en-US" sz="2799" b="true">
                <a:solidFill>
                  <a:srgbClr val="FFFFFF"/>
                </a:solidFill>
                <a:latin typeface="HK Grotesk Bold"/>
                <a:ea typeface="HK Grotesk Bold"/>
                <a:cs typeface="HK Grotesk Bold"/>
                <a:sym typeface="HK Grotesk Bold"/>
              </a:rPr>
              <a:t>People Joined</a:t>
            </a:r>
          </a:p>
        </p:txBody>
      </p:sp>
      <p:sp>
        <p:nvSpPr>
          <p:cNvPr name="TextBox 24" id="24"/>
          <p:cNvSpPr txBox="true"/>
          <p:nvPr/>
        </p:nvSpPr>
        <p:spPr>
          <a:xfrm rot="0">
            <a:off x="1615228" y="5349511"/>
            <a:ext cx="3309142" cy="2090421"/>
          </a:xfrm>
          <a:prstGeom prst="rect">
            <a:avLst/>
          </a:prstGeom>
        </p:spPr>
        <p:txBody>
          <a:bodyPr anchor="t" rtlCol="false" tIns="0" lIns="0" bIns="0" rIns="0">
            <a:spAutoFit/>
          </a:bodyPr>
          <a:lstStyle/>
          <a:p>
            <a:pPr algn="l">
              <a:lnSpc>
                <a:spcPts val="17364"/>
              </a:lnSpc>
            </a:pPr>
            <a:r>
              <a:rPr lang="en-US" sz="11499" b="true">
                <a:solidFill>
                  <a:srgbClr val="FFFFFF"/>
                </a:solidFill>
                <a:latin typeface="HK Grotesk Bold"/>
                <a:ea typeface="HK Grotesk Bold"/>
                <a:cs typeface="HK Grotesk Bold"/>
                <a:sym typeface="HK Grotesk Bold"/>
              </a:rPr>
              <a:t>10%</a:t>
            </a:r>
          </a:p>
        </p:txBody>
      </p:sp>
      <p:sp>
        <p:nvSpPr>
          <p:cNvPr name="TextBox 25" id="25"/>
          <p:cNvSpPr txBox="true"/>
          <p:nvPr/>
        </p:nvSpPr>
        <p:spPr>
          <a:xfrm rot="0">
            <a:off x="9730528" y="5349511"/>
            <a:ext cx="6479483" cy="2090421"/>
          </a:xfrm>
          <a:prstGeom prst="rect">
            <a:avLst/>
          </a:prstGeom>
        </p:spPr>
        <p:txBody>
          <a:bodyPr anchor="t" rtlCol="false" tIns="0" lIns="0" bIns="0" rIns="0">
            <a:spAutoFit/>
          </a:bodyPr>
          <a:lstStyle/>
          <a:p>
            <a:pPr algn="l">
              <a:lnSpc>
                <a:spcPts val="17364"/>
              </a:lnSpc>
            </a:pPr>
            <a:r>
              <a:rPr lang="en-US" sz="11499" b="true">
                <a:solidFill>
                  <a:srgbClr val="FFFFFF"/>
                </a:solidFill>
                <a:latin typeface="HK Grotesk Bold"/>
                <a:ea typeface="HK Grotesk Bold"/>
                <a:cs typeface="HK Grotesk Bold"/>
                <a:sym typeface="HK Grotesk Bold"/>
              </a:rPr>
              <a:t>150 K</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Larana Company</a:t>
            </a:r>
          </a:p>
        </p:txBody>
      </p:sp>
      <p:sp>
        <p:nvSpPr>
          <p:cNvPr name="TextBox 10" id="10"/>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Pitch Deck Business Presentation</a:t>
            </a:r>
          </a:p>
        </p:txBody>
      </p:sp>
      <p:grpSp>
        <p:nvGrpSpPr>
          <p:cNvPr name="Group 11" id="11"/>
          <p:cNvGrpSpPr/>
          <p:nvPr/>
        </p:nvGrpSpPr>
        <p:grpSpPr>
          <a:xfrm rot="0">
            <a:off x="1028700" y="2092849"/>
            <a:ext cx="16230600" cy="3944481"/>
            <a:chOff x="0" y="0"/>
            <a:chExt cx="4274726" cy="1038876"/>
          </a:xfrm>
        </p:grpSpPr>
        <p:sp>
          <p:nvSpPr>
            <p:cNvPr name="Freeform 12" id="12"/>
            <p:cNvSpPr/>
            <p:nvPr/>
          </p:nvSpPr>
          <p:spPr>
            <a:xfrm flipH="false" flipV="false" rot="0">
              <a:off x="0" y="0"/>
              <a:ext cx="4274726" cy="1038876"/>
            </a:xfrm>
            <a:custGeom>
              <a:avLst/>
              <a:gdLst/>
              <a:ahLst/>
              <a:cxnLst/>
              <a:rect r="r" b="b" t="t" l="l"/>
              <a:pathLst>
                <a:path h="1038876" w="4274726">
                  <a:moveTo>
                    <a:pt x="24327" y="0"/>
                  </a:moveTo>
                  <a:lnTo>
                    <a:pt x="4250399" y="0"/>
                  </a:lnTo>
                  <a:cubicBezTo>
                    <a:pt x="4263834" y="0"/>
                    <a:pt x="4274726" y="10891"/>
                    <a:pt x="4274726" y="24327"/>
                  </a:cubicBezTo>
                  <a:lnTo>
                    <a:pt x="4274726" y="1014549"/>
                  </a:lnTo>
                  <a:cubicBezTo>
                    <a:pt x="4274726" y="1027984"/>
                    <a:pt x="4263834" y="1038876"/>
                    <a:pt x="4250399" y="1038876"/>
                  </a:cubicBezTo>
                  <a:lnTo>
                    <a:pt x="24327" y="1038876"/>
                  </a:lnTo>
                  <a:cubicBezTo>
                    <a:pt x="10891" y="1038876"/>
                    <a:pt x="0" y="1027984"/>
                    <a:pt x="0" y="1014549"/>
                  </a:cubicBezTo>
                  <a:lnTo>
                    <a:pt x="0" y="24327"/>
                  </a:lnTo>
                  <a:cubicBezTo>
                    <a:pt x="0" y="10891"/>
                    <a:pt x="10891" y="0"/>
                    <a:pt x="24327"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3" id="13"/>
            <p:cNvSpPr txBox="true"/>
            <p:nvPr/>
          </p:nvSpPr>
          <p:spPr>
            <a:xfrm>
              <a:off x="0" y="-66675"/>
              <a:ext cx="4274726" cy="1105551"/>
            </a:xfrm>
            <a:prstGeom prst="rect">
              <a:avLst/>
            </a:prstGeom>
          </p:spPr>
          <p:txBody>
            <a:bodyPr anchor="ctr" rtlCol="false" tIns="50800" lIns="50800" bIns="50800" rIns="50800"/>
            <a:lstStyle/>
            <a:p>
              <a:pPr algn="ctr">
                <a:lnSpc>
                  <a:spcPts val="3638"/>
                </a:lnSpc>
              </a:pPr>
            </a:p>
          </p:txBody>
        </p:sp>
      </p:grpSp>
      <p:sp>
        <p:nvSpPr>
          <p:cNvPr name="TextBox 14" id="14"/>
          <p:cNvSpPr txBox="true"/>
          <p:nvPr/>
        </p:nvSpPr>
        <p:spPr>
          <a:xfrm rot="0">
            <a:off x="1307554" y="2871289"/>
            <a:ext cx="10946804" cy="2692401"/>
          </a:xfrm>
          <a:prstGeom prst="rect">
            <a:avLst/>
          </a:prstGeom>
        </p:spPr>
        <p:txBody>
          <a:bodyPr anchor="t" rtlCol="false" tIns="0" lIns="0" bIns="0" rIns="0">
            <a:spAutoFit/>
          </a:bodyPr>
          <a:lstStyle/>
          <a:p>
            <a:pPr algn="l" marL="0" indent="0" lvl="0">
              <a:lnSpc>
                <a:spcPts val="10000"/>
              </a:lnSpc>
              <a:spcBef>
                <a:spcPct val="0"/>
              </a:spcBef>
            </a:pPr>
            <a:r>
              <a:rPr lang="en-US" sz="12500" spc="-1000">
                <a:solidFill>
                  <a:srgbClr val="F9F9F9"/>
                </a:solidFill>
                <a:latin typeface="Cy Grotesk V3 Key"/>
                <a:ea typeface="Cy Grotesk V3 Key"/>
                <a:cs typeface="Cy Grotesk V3 Key"/>
                <a:sym typeface="Cy Grotesk V3 Key"/>
              </a:rPr>
              <a:t>Di</a:t>
            </a:r>
            <a:r>
              <a:rPr lang="en-US" sz="12500" spc="-1000">
                <a:solidFill>
                  <a:srgbClr val="F9F9F9"/>
                </a:solidFill>
                <a:latin typeface="Cy Grotesk V3 Key"/>
                <a:ea typeface="Cy Grotesk V3 Key"/>
                <a:cs typeface="Cy Grotesk V3 Key"/>
                <a:sym typeface="Cy Grotesk V3 Key"/>
              </a:rPr>
              <a:t>rect Competitor</a:t>
            </a:r>
          </a:p>
        </p:txBody>
      </p:sp>
      <p:sp>
        <p:nvSpPr>
          <p:cNvPr name="TextBox 15" id="15"/>
          <p:cNvSpPr txBox="true"/>
          <p:nvPr/>
        </p:nvSpPr>
        <p:spPr>
          <a:xfrm rot="0">
            <a:off x="1307554" y="6846955"/>
            <a:ext cx="13387005" cy="2692401"/>
          </a:xfrm>
          <a:prstGeom prst="rect">
            <a:avLst/>
          </a:prstGeom>
        </p:spPr>
        <p:txBody>
          <a:bodyPr anchor="t" rtlCol="false" tIns="0" lIns="0" bIns="0" rIns="0">
            <a:spAutoFit/>
          </a:bodyPr>
          <a:lstStyle/>
          <a:p>
            <a:pPr algn="l" marL="0" indent="0" lvl="0">
              <a:lnSpc>
                <a:spcPts val="10000"/>
              </a:lnSpc>
              <a:spcBef>
                <a:spcPct val="0"/>
              </a:spcBef>
            </a:pPr>
            <a:r>
              <a:rPr lang="en-US" sz="12500" spc="-1000">
                <a:solidFill>
                  <a:srgbClr val="F9F9F9"/>
                </a:solidFill>
                <a:latin typeface="Cy Grotesk V3 Key"/>
                <a:ea typeface="Cy Grotesk V3 Key"/>
                <a:cs typeface="Cy Grotesk V3 Key"/>
                <a:sym typeface="Cy Grotesk V3 Key"/>
              </a:rPr>
              <a:t>Indi</a:t>
            </a:r>
            <a:r>
              <a:rPr lang="en-US" sz="12500" spc="-1000">
                <a:solidFill>
                  <a:srgbClr val="F9F9F9"/>
                </a:solidFill>
                <a:latin typeface="Cy Grotesk V3 Key"/>
                <a:ea typeface="Cy Grotesk V3 Key"/>
                <a:cs typeface="Cy Grotesk V3 Key"/>
                <a:sym typeface="Cy Grotesk V3 Key"/>
              </a:rPr>
              <a:t>rect Competitor</a:t>
            </a:r>
          </a:p>
        </p:txBody>
      </p:sp>
      <p:sp>
        <p:nvSpPr>
          <p:cNvPr name="TextBox 16" id="16"/>
          <p:cNvSpPr txBox="true"/>
          <p:nvPr/>
        </p:nvSpPr>
        <p:spPr>
          <a:xfrm rot="0">
            <a:off x="10217738" y="2843693"/>
            <a:ext cx="6772563" cy="998220"/>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a:t>
            </a:r>
          </a:p>
        </p:txBody>
      </p:sp>
      <p:sp>
        <p:nvSpPr>
          <p:cNvPr name="TextBox 17" id="17"/>
          <p:cNvSpPr txBox="true"/>
          <p:nvPr/>
        </p:nvSpPr>
        <p:spPr>
          <a:xfrm rot="0">
            <a:off x="10217738" y="6819360"/>
            <a:ext cx="6772563" cy="998220"/>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a:t>
            </a:r>
          </a:p>
        </p:txBody>
      </p:sp>
      <p:sp>
        <p:nvSpPr>
          <p:cNvPr name="TextBox 18" id="18"/>
          <p:cNvSpPr txBox="true"/>
          <p:nvPr/>
        </p:nvSpPr>
        <p:spPr>
          <a:xfrm rot="0">
            <a:off x="10217738" y="4145829"/>
            <a:ext cx="6772563" cy="998220"/>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a:t>
            </a:r>
          </a:p>
        </p:txBody>
      </p:sp>
      <p:sp>
        <p:nvSpPr>
          <p:cNvPr name="TextBox 19" id="19"/>
          <p:cNvSpPr txBox="true"/>
          <p:nvPr/>
        </p:nvSpPr>
        <p:spPr>
          <a:xfrm rot="0">
            <a:off x="10217738" y="8121495"/>
            <a:ext cx="6772563" cy="998220"/>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Larana Company</a:t>
            </a:r>
          </a:p>
        </p:txBody>
      </p:sp>
      <p:sp>
        <p:nvSpPr>
          <p:cNvPr name="TextBox 10" id="10"/>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Pitch Deck Business Presentation</a:t>
            </a:r>
          </a:p>
        </p:txBody>
      </p:sp>
      <p:grpSp>
        <p:nvGrpSpPr>
          <p:cNvPr name="Group 11" id="11"/>
          <p:cNvGrpSpPr/>
          <p:nvPr/>
        </p:nvGrpSpPr>
        <p:grpSpPr>
          <a:xfrm rot="0">
            <a:off x="10412629" y="2233512"/>
            <a:ext cx="6846671" cy="7024788"/>
            <a:chOff x="0" y="0"/>
            <a:chExt cx="1803239" cy="1850150"/>
          </a:xfrm>
        </p:grpSpPr>
        <p:sp>
          <p:nvSpPr>
            <p:cNvPr name="Freeform 12" id="12"/>
            <p:cNvSpPr/>
            <p:nvPr/>
          </p:nvSpPr>
          <p:spPr>
            <a:xfrm flipH="false" flipV="false" rot="0">
              <a:off x="0" y="0"/>
              <a:ext cx="1803239" cy="1850150"/>
            </a:xfrm>
            <a:custGeom>
              <a:avLst/>
              <a:gdLst/>
              <a:ahLst/>
              <a:cxnLst/>
              <a:rect r="r" b="b" t="t" l="l"/>
              <a:pathLst>
                <a:path h="1850150" w="1803239">
                  <a:moveTo>
                    <a:pt x="57669" y="0"/>
                  </a:moveTo>
                  <a:lnTo>
                    <a:pt x="1745570" y="0"/>
                  </a:lnTo>
                  <a:cubicBezTo>
                    <a:pt x="1777419" y="0"/>
                    <a:pt x="1803239" y="25819"/>
                    <a:pt x="1803239" y="57669"/>
                  </a:cubicBezTo>
                  <a:lnTo>
                    <a:pt x="1803239" y="1792481"/>
                  </a:lnTo>
                  <a:cubicBezTo>
                    <a:pt x="1803239" y="1824331"/>
                    <a:pt x="1777419" y="1850150"/>
                    <a:pt x="1745570" y="1850150"/>
                  </a:cubicBezTo>
                  <a:lnTo>
                    <a:pt x="57669" y="1850150"/>
                  </a:lnTo>
                  <a:cubicBezTo>
                    <a:pt x="25819" y="1850150"/>
                    <a:pt x="0" y="1824331"/>
                    <a:pt x="0" y="1792481"/>
                  </a:cubicBezTo>
                  <a:lnTo>
                    <a:pt x="0" y="57669"/>
                  </a:lnTo>
                  <a:cubicBezTo>
                    <a:pt x="0" y="25819"/>
                    <a:pt x="25819" y="0"/>
                    <a:pt x="57669"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3" id="13"/>
            <p:cNvSpPr txBox="true"/>
            <p:nvPr/>
          </p:nvSpPr>
          <p:spPr>
            <a:xfrm>
              <a:off x="0" y="-66675"/>
              <a:ext cx="1803239" cy="1916825"/>
            </a:xfrm>
            <a:prstGeom prst="rect">
              <a:avLst/>
            </a:prstGeom>
          </p:spPr>
          <p:txBody>
            <a:bodyPr anchor="ctr" rtlCol="false" tIns="50800" lIns="50800" bIns="50800" rIns="50800"/>
            <a:lstStyle/>
            <a:p>
              <a:pPr algn="ctr">
                <a:lnSpc>
                  <a:spcPts val="3638"/>
                </a:lnSpc>
              </a:pPr>
            </a:p>
          </p:txBody>
        </p:sp>
      </p:grpSp>
      <p:sp>
        <p:nvSpPr>
          <p:cNvPr name="TextBox 14" id="14"/>
          <p:cNvSpPr txBox="true"/>
          <p:nvPr/>
        </p:nvSpPr>
        <p:spPr>
          <a:xfrm rot="0">
            <a:off x="1028700" y="3402012"/>
            <a:ext cx="11099246" cy="3959226"/>
          </a:xfrm>
          <a:prstGeom prst="rect">
            <a:avLst/>
          </a:prstGeom>
        </p:spPr>
        <p:txBody>
          <a:bodyPr anchor="t" rtlCol="false" tIns="0" lIns="0" bIns="0" rIns="0">
            <a:spAutoFit/>
          </a:bodyPr>
          <a:lstStyle/>
          <a:p>
            <a:pPr algn="l" marL="0" indent="0" lvl="0">
              <a:lnSpc>
                <a:spcPts val="10000"/>
              </a:lnSpc>
              <a:spcBef>
                <a:spcPct val="0"/>
              </a:spcBef>
            </a:pPr>
            <a:r>
              <a:rPr lang="en-US" sz="12500" spc="-1000">
                <a:solidFill>
                  <a:srgbClr val="F9F9F9"/>
                </a:solidFill>
                <a:latin typeface="Cy Grotesk V3 Key"/>
                <a:ea typeface="Cy Grotesk V3 Key"/>
                <a:cs typeface="Cy Grotesk V3 Key"/>
                <a:sym typeface="Cy Grotesk V3 Key"/>
              </a:rPr>
              <a:t>Key C</a:t>
            </a:r>
            <a:r>
              <a:rPr lang="en-US" sz="12500" spc="-1000">
                <a:solidFill>
                  <a:srgbClr val="F9F9F9"/>
                </a:solidFill>
                <a:latin typeface="Cy Grotesk V3 Key"/>
                <a:ea typeface="Cy Grotesk V3 Key"/>
                <a:cs typeface="Cy Grotesk V3 Key"/>
                <a:sym typeface="Cy Grotesk V3 Key"/>
              </a:rPr>
              <a:t>ompetitive Advantages</a:t>
            </a:r>
          </a:p>
        </p:txBody>
      </p:sp>
      <p:sp>
        <p:nvSpPr>
          <p:cNvPr name="TextBox 15" id="15"/>
          <p:cNvSpPr txBox="true"/>
          <p:nvPr/>
        </p:nvSpPr>
        <p:spPr>
          <a:xfrm rot="0">
            <a:off x="1028700" y="7882853"/>
            <a:ext cx="7291346" cy="1331595"/>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16" id="16"/>
          <p:cNvSpPr txBox="true"/>
          <p:nvPr/>
        </p:nvSpPr>
        <p:spPr>
          <a:xfrm rot="0">
            <a:off x="10912792" y="3571610"/>
            <a:ext cx="6071251" cy="1792097"/>
          </a:xfrm>
          <a:prstGeom prst="rect">
            <a:avLst/>
          </a:prstGeom>
        </p:spPr>
        <p:txBody>
          <a:bodyPr anchor="t" rtlCol="false" tIns="0" lIns="0" bIns="0" rIns="0">
            <a:spAutoFit/>
          </a:bodyPr>
          <a:lstStyle/>
          <a:p>
            <a:pPr algn="l">
              <a:lnSpc>
                <a:spcPts val="2869"/>
              </a:lnSpc>
            </a:pPr>
            <a:r>
              <a:rPr lang="en-US" sz="1900" i="true" spc="-68">
                <a:solidFill>
                  <a:srgbClr val="FFFFFF"/>
                </a:solidFill>
                <a:latin typeface="HK Grotesk Light Italics"/>
                <a:ea typeface="HK Grotesk Light Italics"/>
                <a:cs typeface="HK Grotesk Light Italics"/>
                <a:sym typeface="HK Grotesk Light Italics"/>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17" id="17"/>
          <p:cNvSpPr txBox="true"/>
          <p:nvPr/>
        </p:nvSpPr>
        <p:spPr>
          <a:xfrm rot="0">
            <a:off x="10912792" y="6770841"/>
            <a:ext cx="6071251" cy="1792097"/>
          </a:xfrm>
          <a:prstGeom prst="rect">
            <a:avLst/>
          </a:prstGeom>
        </p:spPr>
        <p:txBody>
          <a:bodyPr anchor="t" rtlCol="false" tIns="0" lIns="0" bIns="0" rIns="0">
            <a:spAutoFit/>
          </a:bodyPr>
          <a:lstStyle/>
          <a:p>
            <a:pPr algn="l">
              <a:lnSpc>
                <a:spcPts val="2869"/>
              </a:lnSpc>
            </a:pPr>
            <a:r>
              <a:rPr lang="en-US" sz="1900" i="true" spc="-68">
                <a:solidFill>
                  <a:srgbClr val="FFFFFF"/>
                </a:solidFill>
                <a:latin typeface="HK Grotesk Light Italics"/>
                <a:ea typeface="HK Grotesk Light Italics"/>
                <a:cs typeface="HK Grotesk Light Italics"/>
                <a:sym typeface="HK Grotesk Light Italics"/>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sp>
        <p:nvSpPr>
          <p:cNvPr name="TextBox 18" id="18"/>
          <p:cNvSpPr txBox="true"/>
          <p:nvPr/>
        </p:nvSpPr>
        <p:spPr>
          <a:xfrm rot="0">
            <a:off x="10926783" y="2843150"/>
            <a:ext cx="3691110" cy="508890"/>
          </a:xfrm>
          <a:prstGeom prst="rect">
            <a:avLst/>
          </a:prstGeom>
        </p:spPr>
        <p:txBody>
          <a:bodyPr anchor="t" rtlCol="false" tIns="0" lIns="0" bIns="0" rIns="0">
            <a:spAutoFit/>
          </a:bodyPr>
          <a:lstStyle/>
          <a:p>
            <a:pPr algn="l">
              <a:lnSpc>
                <a:spcPts val="4227"/>
              </a:lnSpc>
            </a:pPr>
            <a:r>
              <a:rPr lang="en-US" sz="2799" b="true">
                <a:solidFill>
                  <a:srgbClr val="FFFFFF"/>
                </a:solidFill>
                <a:latin typeface="HK Grotesk Bold"/>
                <a:ea typeface="HK Grotesk Bold"/>
                <a:cs typeface="HK Grotesk Bold"/>
                <a:sym typeface="HK Grotesk Bold"/>
              </a:rPr>
              <a:t>Advantage 01</a:t>
            </a:r>
          </a:p>
        </p:txBody>
      </p:sp>
      <p:sp>
        <p:nvSpPr>
          <p:cNvPr name="TextBox 19" id="19"/>
          <p:cNvSpPr txBox="true"/>
          <p:nvPr/>
        </p:nvSpPr>
        <p:spPr>
          <a:xfrm rot="0">
            <a:off x="10926783" y="6042381"/>
            <a:ext cx="3691110" cy="508890"/>
          </a:xfrm>
          <a:prstGeom prst="rect">
            <a:avLst/>
          </a:prstGeom>
        </p:spPr>
        <p:txBody>
          <a:bodyPr anchor="t" rtlCol="false" tIns="0" lIns="0" bIns="0" rIns="0">
            <a:spAutoFit/>
          </a:bodyPr>
          <a:lstStyle/>
          <a:p>
            <a:pPr algn="l">
              <a:lnSpc>
                <a:spcPts val="4227"/>
              </a:lnSpc>
            </a:pPr>
            <a:r>
              <a:rPr lang="en-US" sz="2799" b="true">
                <a:solidFill>
                  <a:srgbClr val="FFFFFF"/>
                </a:solidFill>
                <a:latin typeface="HK Grotesk Bold"/>
                <a:ea typeface="HK Grotesk Bold"/>
                <a:cs typeface="HK Grotesk Bold"/>
                <a:sym typeface="HK Grotesk Bold"/>
              </a:rPr>
              <a:t>Advantage 02</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Larana Company</a:t>
            </a:r>
          </a:p>
        </p:txBody>
      </p:sp>
      <p:sp>
        <p:nvSpPr>
          <p:cNvPr name="TextBox 10" id="10"/>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Pitch Deck Business Presentation</a:t>
            </a:r>
          </a:p>
        </p:txBody>
      </p:sp>
      <p:grpSp>
        <p:nvGrpSpPr>
          <p:cNvPr name="Group 11" id="11"/>
          <p:cNvGrpSpPr/>
          <p:nvPr/>
        </p:nvGrpSpPr>
        <p:grpSpPr>
          <a:xfrm rot="0">
            <a:off x="1163199" y="2233512"/>
            <a:ext cx="6521732" cy="7024788"/>
            <a:chOff x="0" y="0"/>
            <a:chExt cx="1717658" cy="1850150"/>
          </a:xfrm>
        </p:grpSpPr>
        <p:sp>
          <p:nvSpPr>
            <p:cNvPr name="Freeform 12" id="12"/>
            <p:cNvSpPr/>
            <p:nvPr/>
          </p:nvSpPr>
          <p:spPr>
            <a:xfrm flipH="false" flipV="false" rot="0">
              <a:off x="0" y="0"/>
              <a:ext cx="1717658" cy="1850150"/>
            </a:xfrm>
            <a:custGeom>
              <a:avLst/>
              <a:gdLst/>
              <a:ahLst/>
              <a:cxnLst/>
              <a:rect r="r" b="b" t="t" l="l"/>
              <a:pathLst>
                <a:path h="1850150" w="1717658">
                  <a:moveTo>
                    <a:pt x="60542" y="0"/>
                  </a:moveTo>
                  <a:lnTo>
                    <a:pt x="1657116" y="0"/>
                  </a:lnTo>
                  <a:cubicBezTo>
                    <a:pt x="1673173" y="0"/>
                    <a:pt x="1688572" y="6379"/>
                    <a:pt x="1699926" y="17732"/>
                  </a:cubicBezTo>
                  <a:cubicBezTo>
                    <a:pt x="1711279" y="29086"/>
                    <a:pt x="1717658" y="44485"/>
                    <a:pt x="1717658" y="60542"/>
                  </a:cubicBezTo>
                  <a:lnTo>
                    <a:pt x="1717658" y="1789608"/>
                  </a:lnTo>
                  <a:cubicBezTo>
                    <a:pt x="1717658" y="1823044"/>
                    <a:pt x="1690552" y="1850150"/>
                    <a:pt x="1657116" y="1850150"/>
                  </a:cubicBezTo>
                  <a:lnTo>
                    <a:pt x="60542" y="1850150"/>
                  </a:lnTo>
                  <a:cubicBezTo>
                    <a:pt x="27106" y="1850150"/>
                    <a:pt x="0" y="1823044"/>
                    <a:pt x="0" y="1789608"/>
                  </a:cubicBezTo>
                  <a:lnTo>
                    <a:pt x="0" y="60542"/>
                  </a:lnTo>
                  <a:cubicBezTo>
                    <a:pt x="0" y="27106"/>
                    <a:pt x="27106" y="0"/>
                    <a:pt x="60542"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3" id="13"/>
            <p:cNvSpPr txBox="true"/>
            <p:nvPr/>
          </p:nvSpPr>
          <p:spPr>
            <a:xfrm>
              <a:off x="0" y="-66675"/>
              <a:ext cx="1717658" cy="1916825"/>
            </a:xfrm>
            <a:prstGeom prst="rect">
              <a:avLst/>
            </a:prstGeom>
          </p:spPr>
          <p:txBody>
            <a:bodyPr anchor="ctr" rtlCol="false" tIns="50800" lIns="50800" bIns="50800" rIns="50800"/>
            <a:lstStyle/>
            <a:p>
              <a:pPr algn="ctr">
                <a:lnSpc>
                  <a:spcPts val="3638"/>
                </a:lnSpc>
              </a:pPr>
            </a:p>
          </p:txBody>
        </p:sp>
      </p:grpSp>
      <p:pic>
        <p:nvPicPr>
          <p:cNvPr name="Picture 14" id="14"/>
          <p:cNvPicPr>
            <a:picLocks noChangeAspect="true"/>
          </p:cNvPicPr>
          <p:nvPr/>
        </p:nvPicPr>
        <p:blipFill>
          <a:blip r:embed="rId6"/>
          <a:stretch>
            <a:fillRect/>
          </a:stretch>
        </p:blipFill>
        <p:spPr>
          <a:xfrm rot="0">
            <a:off x="1192255" y="2134981"/>
            <a:ext cx="6471237" cy="6974897"/>
          </a:xfrm>
          <a:prstGeom prst="rect">
            <a:avLst/>
          </a:prstGeom>
        </p:spPr>
      </p:pic>
      <p:sp>
        <p:nvSpPr>
          <p:cNvPr name="TextBox 15" id="15"/>
          <p:cNvSpPr txBox="true"/>
          <p:nvPr/>
        </p:nvSpPr>
        <p:spPr>
          <a:xfrm rot="0">
            <a:off x="8987846" y="3253787"/>
            <a:ext cx="8839796" cy="1537564"/>
          </a:xfrm>
          <a:prstGeom prst="rect">
            <a:avLst/>
          </a:prstGeom>
        </p:spPr>
        <p:txBody>
          <a:bodyPr anchor="t" rtlCol="false" tIns="0" lIns="0" bIns="0" rIns="0">
            <a:spAutoFit/>
          </a:bodyPr>
          <a:lstStyle/>
          <a:p>
            <a:pPr algn="l" marL="0" indent="0" lvl="0">
              <a:lnSpc>
                <a:spcPts val="10713"/>
              </a:lnSpc>
              <a:spcBef>
                <a:spcPct val="0"/>
              </a:spcBef>
            </a:pPr>
            <a:r>
              <a:rPr lang="en-US" sz="13392" spc="-1071">
                <a:solidFill>
                  <a:srgbClr val="F9F9F9"/>
                </a:solidFill>
                <a:latin typeface="Cy Grotesk V3 Key"/>
                <a:ea typeface="Cy Grotesk V3 Key"/>
                <a:cs typeface="Cy Grotesk V3 Key"/>
                <a:sym typeface="Cy Grotesk V3 Key"/>
              </a:rPr>
              <a:t>T</a:t>
            </a:r>
            <a:r>
              <a:rPr lang="en-US" sz="13392" spc="-1071">
                <a:solidFill>
                  <a:srgbClr val="F9F9F9"/>
                </a:solidFill>
                <a:latin typeface="Cy Grotesk V3 Key"/>
                <a:ea typeface="Cy Grotesk V3 Key"/>
                <a:cs typeface="Cy Grotesk V3 Key"/>
                <a:sym typeface="Cy Grotesk V3 Key"/>
              </a:rPr>
              <a:t>raction</a:t>
            </a:r>
          </a:p>
        </p:txBody>
      </p:sp>
      <p:sp>
        <p:nvSpPr>
          <p:cNvPr name="TextBox 16" id="16"/>
          <p:cNvSpPr txBox="true"/>
          <p:nvPr/>
        </p:nvSpPr>
        <p:spPr>
          <a:xfrm rot="0">
            <a:off x="8987846" y="5216794"/>
            <a:ext cx="7829343" cy="1331595"/>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 at varius purus elementum.</a:t>
            </a:r>
          </a:p>
        </p:txBody>
      </p:sp>
      <p:grpSp>
        <p:nvGrpSpPr>
          <p:cNvPr name="Group 17" id="17"/>
          <p:cNvGrpSpPr/>
          <p:nvPr/>
        </p:nvGrpSpPr>
        <p:grpSpPr>
          <a:xfrm rot="0">
            <a:off x="8987846" y="7256050"/>
            <a:ext cx="8122682" cy="814064"/>
            <a:chOff x="0" y="0"/>
            <a:chExt cx="2410584" cy="241591"/>
          </a:xfrm>
        </p:grpSpPr>
        <p:sp>
          <p:nvSpPr>
            <p:cNvPr name="Freeform 18" id="18"/>
            <p:cNvSpPr/>
            <p:nvPr/>
          </p:nvSpPr>
          <p:spPr>
            <a:xfrm flipH="false" flipV="false" rot="0">
              <a:off x="0" y="0"/>
              <a:ext cx="2410584" cy="241591"/>
            </a:xfrm>
            <a:custGeom>
              <a:avLst/>
              <a:gdLst/>
              <a:ahLst/>
              <a:cxnLst/>
              <a:rect r="r" b="b" t="t" l="l"/>
              <a:pathLst>
                <a:path h="241591" w="2410584">
                  <a:moveTo>
                    <a:pt x="48609" y="0"/>
                  </a:moveTo>
                  <a:lnTo>
                    <a:pt x="2361975" y="0"/>
                  </a:lnTo>
                  <a:cubicBezTo>
                    <a:pt x="2374867" y="0"/>
                    <a:pt x="2387231" y="5121"/>
                    <a:pt x="2396347" y="14237"/>
                  </a:cubicBezTo>
                  <a:cubicBezTo>
                    <a:pt x="2405463" y="23353"/>
                    <a:pt x="2410584" y="35717"/>
                    <a:pt x="2410584" y="48609"/>
                  </a:cubicBezTo>
                  <a:lnTo>
                    <a:pt x="2410584" y="192982"/>
                  </a:lnTo>
                  <a:cubicBezTo>
                    <a:pt x="2410584" y="205874"/>
                    <a:pt x="2405463" y="218238"/>
                    <a:pt x="2396347" y="227354"/>
                  </a:cubicBezTo>
                  <a:cubicBezTo>
                    <a:pt x="2387231" y="236470"/>
                    <a:pt x="2374867" y="241591"/>
                    <a:pt x="2361975" y="241591"/>
                  </a:cubicBezTo>
                  <a:lnTo>
                    <a:pt x="48609" y="241591"/>
                  </a:lnTo>
                  <a:cubicBezTo>
                    <a:pt x="21763" y="241591"/>
                    <a:pt x="0" y="219828"/>
                    <a:pt x="0" y="192982"/>
                  </a:cubicBezTo>
                  <a:lnTo>
                    <a:pt x="0" y="48609"/>
                  </a:lnTo>
                  <a:cubicBezTo>
                    <a:pt x="0" y="35717"/>
                    <a:pt x="5121" y="23353"/>
                    <a:pt x="14237" y="14237"/>
                  </a:cubicBezTo>
                  <a:cubicBezTo>
                    <a:pt x="23353" y="5121"/>
                    <a:pt x="35717" y="0"/>
                    <a:pt x="48609"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9" id="19"/>
            <p:cNvSpPr txBox="true"/>
            <p:nvPr/>
          </p:nvSpPr>
          <p:spPr>
            <a:xfrm>
              <a:off x="0" y="-57150"/>
              <a:ext cx="2410584" cy="298741"/>
            </a:xfrm>
            <a:prstGeom prst="rect">
              <a:avLst/>
            </a:prstGeom>
          </p:spPr>
          <p:txBody>
            <a:bodyPr anchor="ctr" rtlCol="false" tIns="50800" lIns="50800" bIns="50800" rIns="50800"/>
            <a:lstStyle/>
            <a:p>
              <a:pPr algn="ctr">
                <a:lnSpc>
                  <a:spcPts val="3638"/>
                </a:lnSpc>
              </a:pPr>
            </a:p>
          </p:txBody>
        </p:sp>
      </p:grpSp>
      <p:grpSp>
        <p:nvGrpSpPr>
          <p:cNvPr name="Group 20" id="20"/>
          <p:cNvGrpSpPr/>
          <p:nvPr/>
        </p:nvGrpSpPr>
        <p:grpSpPr>
          <a:xfrm rot="0">
            <a:off x="8987846" y="8444236"/>
            <a:ext cx="8122682" cy="814064"/>
            <a:chOff x="0" y="0"/>
            <a:chExt cx="2410584" cy="241591"/>
          </a:xfrm>
        </p:grpSpPr>
        <p:sp>
          <p:nvSpPr>
            <p:cNvPr name="Freeform 21" id="21"/>
            <p:cNvSpPr/>
            <p:nvPr/>
          </p:nvSpPr>
          <p:spPr>
            <a:xfrm flipH="false" flipV="false" rot="0">
              <a:off x="0" y="0"/>
              <a:ext cx="2410584" cy="241591"/>
            </a:xfrm>
            <a:custGeom>
              <a:avLst/>
              <a:gdLst/>
              <a:ahLst/>
              <a:cxnLst/>
              <a:rect r="r" b="b" t="t" l="l"/>
              <a:pathLst>
                <a:path h="241591" w="2410584">
                  <a:moveTo>
                    <a:pt x="48609" y="0"/>
                  </a:moveTo>
                  <a:lnTo>
                    <a:pt x="2361975" y="0"/>
                  </a:lnTo>
                  <a:cubicBezTo>
                    <a:pt x="2374867" y="0"/>
                    <a:pt x="2387231" y="5121"/>
                    <a:pt x="2396347" y="14237"/>
                  </a:cubicBezTo>
                  <a:cubicBezTo>
                    <a:pt x="2405463" y="23353"/>
                    <a:pt x="2410584" y="35717"/>
                    <a:pt x="2410584" y="48609"/>
                  </a:cubicBezTo>
                  <a:lnTo>
                    <a:pt x="2410584" y="192982"/>
                  </a:lnTo>
                  <a:cubicBezTo>
                    <a:pt x="2410584" y="205874"/>
                    <a:pt x="2405463" y="218238"/>
                    <a:pt x="2396347" y="227354"/>
                  </a:cubicBezTo>
                  <a:cubicBezTo>
                    <a:pt x="2387231" y="236470"/>
                    <a:pt x="2374867" y="241591"/>
                    <a:pt x="2361975" y="241591"/>
                  </a:cubicBezTo>
                  <a:lnTo>
                    <a:pt x="48609" y="241591"/>
                  </a:lnTo>
                  <a:cubicBezTo>
                    <a:pt x="21763" y="241591"/>
                    <a:pt x="0" y="219828"/>
                    <a:pt x="0" y="192982"/>
                  </a:cubicBezTo>
                  <a:lnTo>
                    <a:pt x="0" y="48609"/>
                  </a:lnTo>
                  <a:cubicBezTo>
                    <a:pt x="0" y="35717"/>
                    <a:pt x="5121" y="23353"/>
                    <a:pt x="14237" y="14237"/>
                  </a:cubicBezTo>
                  <a:cubicBezTo>
                    <a:pt x="23353" y="5121"/>
                    <a:pt x="35717" y="0"/>
                    <a:pt x="48609"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22" id="22"/>
            <p:cNvSpPr txBox="true"/>
            <p:nvPr/>
          </p:nvSpPr>
          <p:spPr>
            <a:xfrm>
              <a:off x="0" y="-57150"/>
              <a:ext cx="2410584" cy="298741"/>
            </a:xfrm>
            <a:prstGeom prst="rect">
              <a:avLst/>
            </a:prstGeom>
          </p:spPr>
          <p:txBody>
            <a:bodyPr anchor="ctr" rtlCol="false" tIns="50800" lIns="50800" bIns="50800" rIns="50800"/>
            <a:lstStyle/>
            <a:p>
              <a:pPr algn="ctr">
                <a:lnSpc>
                  <a:spcPts val="3638"/>
                </a:lnSpc>
              </a:pPr>
            </a:p>
          </p:txBody>
        </p:sp>
      </p:grpSp>
      <p:sp>
        <p:nvSpPr>
          <p:cNvPr name="TextBox 23" id="23"/>
          <p:cNvSpPr txBox="true"/>
          <p:nvPr/>
        </p:nvSpPr>
        <p:spPr>
          <a:xfrm rot="0">
            <a:off x="9639814" y="7259222"/>
            <a:ext cx="1874103" cy="721995"/>
          </a:xfrm>
          <a:prstGeom prst="rect">
            <a:avLst/>
          </a:prstGeom>
        </p:spPr>
        <p:txBody>
          <a:bodyPr anchor="t" rtlCol="false" tIns="0" lIns="0" bIns="0" rIns="0">
            <a:spAutoFit/>
          </a:bodyPr>
          <a:lstStyle/>
          <a:p>
            <a:pPr algn="l">
              <a:lnSpc>
                <a:spcPts val="5880"/>
              </a:lnSpc>
            </a:pPr>
            <a:r>
              <a:rPr lang="en-US" b="true" sz="4200" spc="-147">
                <a:solidFill>
                  <a:srgbClr val="47C5FB"/>
                </a:solidFill>
                <a:latin typeface="HK Grotesk Bold"/>
                <a:ea typeface="HK Grotesk Bold"/>
                <a:cs typeface="HK Grotesk Bold"/>
                <a:sym typeface="HK Grotesk Bold"/>
              </a:rPr>
              <a:t>90%</a:t>
            </a:r>
          </a:p>
        </p:txBody>
      </p:sp>
      <p:sp>
        <p:nvSpPr>
          <p:cNvPr name="TextBox 24" id="24"/>
          <p:cNvSpPr txBox="true"/>
          <p:nvPr/>
        </p:nvSpPr>
        <p:spPr>
          <a:xfrm rot="0">
            <a:off x="9639814" y="8447408"/>
            <a:ext cx="1874103" cy="721995"/>
          </a:xfrm>
          <a:prstGeom prst="rect">
            <a:avLst/>
          </a:prstGeom>
        </p:spPr>
        <p:txBody>
          <a:bodyPr anchor="t" rtlCol="false" tIns="0" lIns="0" bIns="0" rIns="0">
            <a:spAutoFit/>
          </a:bodyPr>
          <a:lstStyle/>
          <a:p>
            <a:pPr algn="l">
              <a:lnSpc>
                <a:spcPts val="5880"/>
              </a:lnSpc>
            </a:pPr>
            <a:r>
              <a:rPr lang="en-US" b="true" sz="4200" spc="-147">
                <a:solidFill>
                  <a:srgbClr val="FFFFFF"/>
                </a:solidFill>
                <a:latin typeface="HK Grotesk Bold"/>
                <a:ea typeface="HK Grotesk Bold"/>
                <a:cs typeface="HK Grotesk Bold"/>
                <a:sym typeface="HK Grotesk Bold"/>
              </a:rPr>
              <a:t>20%</a:t>
            </a:r>
          </a:p>
        </p:txBody>
      </p:sp>
      <p:sp>
        <p:nvSpPr>
          <p:cNvPr name="TextBox 25" id="25"/>
          <p:cNvSpPr txBox="true"/>
          <p:nvPr/>
        </p:nvSpPr>
        <p:spPr>
          <a:xfrm rot="0">
            <a:off x="11513917" y="7380888"/>
            <a:ext cx="4592854" cy="478663"/>
          </a:xfrm>
          <a:prstGeom prst="rect">
            <a:avLst/>
          </a:prstGeom>
        </p:spPr>
        <p:txBody>
          <a:bodyPr anchor="t" rtlCol="false" tIns="0" lIns="0" bIns="0" rIns="0">
            <a:spAutoFit/>
          </a:bodyPr>
          <a:lstStyle/>
          <a:p>
            <a:pPr algn="l">
              <a:lnSpc>
                <a:spcPts val="3925"/>
              </a:lnSpc>
            </a:pPr>
            <a:r>
              <a:rPr lang="en-US" sz="2599" spc="-49">
                <a:solidFill>
                  <a:srgbClr val="FFFFFF"/>
                </a:solidFill>
                <a:latin typeface="HK Grotesk Light"/>
                <a:ea typeface="HK Grotesk Light"/>
                <a:cs typeface="HK Grotesk Light"/>
                <a:sym typeface="HK Grotesk Light"/>
              </a:rPr>
              <a:t>annual revenue growth</a:t>
            </a:r>
          </a:p>
        </p:txBody>
      </p:sp>
      <p:sp>
        <p:nvSpPr>
          <p:cNvPr name="TextBox 26" id="26"/>
          <p:cNvSpPr txBox="true"/>
          <p:nvPr/>
        </p:nvSpPr>
        <p:spPr>
          <a:xfrm rot="0">
            <a:off x="11513917" y="8569074"/>
            <a:ext cx="4592854" cy="478663"/>
          </a:xfrm>
          <a:prstGeom prst="rect">
            <a:avLst/>
          </a:prstGeom>
        </p:spPr>
        <p:txBody>
          <a:bodyPr anchor="t" rtlCol="false" tIns="0" lIns="0" bIns="0" rIns="0">
            <a:spAutoFit/>
          </a:bodyPr>
          <a:lstStyle/>
          <a:p>
            <a:pPr algn="l">
              <a:lnSpc>
                <a:spcPts val="3925"/>
              </a:lnSpc>
            </a:pPr>
            <a:r>
              <a:rPr lang="en-US" sz="2599" spc="-49">
                <a:solidFill>
                  <a:srgbClr val="8ADCFF"/>
                </a:solidFill>
                <a:latin typeface="HK Grotesk Light"/>
                <a:ea typeface="HK Grotesk Light"/>
                <a:cs typeface="HK Grotesk Light"/>
                <a:sym typeface="HK Grotesk Light"/>
              </a:rPr>
              <a:t>annual revenue growth</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90188" y="2176659"/>
            <a:ext cx="17907623" cy="1317624"/>
          </a:xfrm>
          <a:prstGeom prst="rect">
            <a:avLst/>
          </a:prstGeom>
        </p:spPr>
        <p:txBody>
          <a:bodyPr anchor="t" rtlCol="false" tIns="0" lIns="0" bIns="0" rIns="0">
            <a:spAutoFit/>
          </a:bodyPr>
          <a:lstStyle/>
          <a:p>
            <a:pPr algn="ctr" marL="0" indent="0" lvl="0">
              <a:lnSpc>
                <a:spcPts val="9199"/>
              </a:lnSpc>
              <a:spcBef>
                <a:spcPct val="0"/>
              </a:spcBef>
            </a:pPr>
            <a:r>
              <a:rPr lang="en-US" sz="11499" spc="-919">
                <a:solidFill>
                  <a:srgbClr val="F9F9F9"/>
                </a:solidFill>
                <a:latin typeface="Cy Grotesk V3 Key"/>
                <a:ea typeface="Cy Grotesk V3 Key"/>
                <a:cs typeface="Cy Grotesk V3 Key"/>
                <a:sym typeface="Cy Grotesk V3 Key"/>
              </a:rPr>
              <a:t>Accomplishmen</a:t>
            </a:r>
            <a:r>
              <a:rPr lang="en-US" sz="11499" spc="-919">
                <a:solidFill>
                  <a:srgbClr val="F9F9F9"/>
                </a:solidFill>
                <a:latin typeface="Cy Grotesk V3 Key"/>
                <a:ea typeface="Cy Grotesk V3 Key"/>
                <a:cs typeface="Cy Grotesk V3 Key"/>
                <a:sym typeface="Cy Grotesk V3 Key"/>
              </a:rPr>
              <a:t>ts Date</a:t>
            </a:r>
          </a:p>
        </p:txBody>
      </p:sp>
      <p:sp>
        <p:nvSpPr>
          <p:cNvPr name="TextBox 10" id="10"/>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Larana Company</a:t>
            </a:r>
          </a:p>
        </p:txBody>
      </p:sp>
      <p:sp>
        <p:nvSpPr>
          <p:cNvPr name="TextBox 11" id="11"/>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Pitch Deck Business Presentation</a:t>
            </a:r>
          </a:p>
        </p:txBody>
      </p:sp>
      <p:sp>
        <p:nvSpPr>
          <p:cNvPr name="TextBox 12" id="12"/>
          <p:cNvSpPr txBox="true"/>
          <p:nvPr/>
        </p:nvSpPr>
        <p:spPr>
          <a:xfrm rot="0">
            <a:off x="1811283" y="5561561"/>
            <a:ext cx="7088577" cy="1014984"/>
          </a:xfrm>
          <a:prstGeom prst="rect">
            <a:avLst/>
          </a:prstGeom>
        </p:spPr>
        <p:txBody>
          <a:bodyPr anchor="t" rtlCol="false" tIns="0" lIns="0" bIns="0" rIns="0">
            <a:spAutoFit/>
          </a:bodyPr>
          <a:lstStyle/>
          <a:p>
            <a:pPr algn="l">
              <a:lnSpc>
                <a:spcPts val="2718"/>
              </a:lnSpc>
            </a:pPr>
            <a:r>
              <a:rPr lang="en-US" sz="1800" spc="-64">
                <a:solidFill>
                  <a:srgbClr val="FFFFFF"/>
                </a:solidFill>
                <a:latin typeface="HK Grotesk Light"/>
                <a:ea typeface="HK Grotesk Light"/>
                <a:cs typeface="HK Grotesk Light"/>
                <a:sym typeface="HK Grotesk Light"/>
              </a:rPr>
              <a:t>Lorem ipsum dolor sit amet, consectetur adipiscing elit. Quisque molestie nisl eu sem tristique, sit amet convallis ex aliquam. Maecenas varius lectus hendrerit augue blandit, ut posuere erat aliquam. </a:t>
            </a:r>
          </a:p>
        </p:txBody>
      </p:sp>
      <p:sp>
        <p:nvSpPr>
          <p:cNvPr name="TextBox 13" id="13"/>
          <p:cNvSpPr txBox="true"/>
          <p:nvPr/>
        </p:nvSpPr>
        <p:spPr>
          <a:xfrm rot="0">
            <a:off x="9977311" y="5561561"/>
            <a:ext cx="7088577" cy="1014984"/>
          </a:xfrm>
          <a:prstGeom prst="rect">
            <a:avLst/>
          </a:prstGeom>
        </p:spPr>
        <p:txBody>
          <a:bodyPr anchor="t" rtlCol="false" tIns="0" lIns="0" bIns="0" rIns="0">
            <a:spAutoFit/>
          </a:bodyPr>
          <a:lstStyle/>
          <a:p>
            <a:pPr algn="l">
              <a:lnSpc>
                <a:spcPts val="2718"/>
              </a:lnSpc>
            </a:pPr>
            <a:r>
              <a:rPr lang="en-US" sz="1800" spc="-64">
                <a:solidFill>
                  <a:srgbClr val="FFFFFF"/>
                </a:solidFill>
                <a:latin typeface="HK Grotesk Light"/>
                <a:ea typeface="HK Grotesk Light"/>
                <a:cs typeface="HK Grotesk Light"/>
                <a:sym typeface="HK Grotesk Light"/>
              </a:rPr>
              <a:t>Lorem ipsum dolor sit amet, consectetur adipiscing elit. Quisque molestie nisl eu sem tristique, sit amet convallis ex aliquam. Maecenas varius lectus hendrerit augue blandit, ut posuere erat aliquam. </a:t>
            </a:r>
          </a:p>
        </p:txBody>
      </p:sp>
      <p:sp>
        <p:nvSpPr>
          <p:cNvPr name="TextBox 14" id="14"/>
          <p:cNvSpPr txBox="true"/>
          <p:nvPr/>
        </p:nvSpPr>
        <p:spPr>
          <a:xfrm rot="0">
            <a:off x="1811283" y="7713058"/>
            <a:ext cx="7088577" cy="1014984"/>
          </a:xfrm>
          <a:prstGeom prst="rect">
            <a:avLst/>
          </a:prstGeom>
        </p:spPr>
        <p:txBody>
          <a:bodyPr anchor="t" rtlCol="false" tIns="0" lIns="0" bIns="0" rIns="0">
            <a:spAutoFit/>
          </a:bodyPr>
          <a:lstStyle/>
          <a:p>
            <a:pPr algn="l">
              <a:lnSpc>
                <a:spcPts val="2718"/>
              </a:lnSpc>
            </a:pPr>
            <a:r>
              <a:rPr lang="en-US" sz="1800" spc="-64">
                <a:solidFill>
                  <a:srgbClr val="FFFFFF"/>
                </a:solidFill>
                <a:latin typeface="HK Grotesk Light"/>
                <a:ea typeface="HK Grotesk Light"/>
                <a:cs typeface="HK Grotesk Light"/>
                <a:sym typeface="HK Grotesk Light"/>
              </a:rPr>
              <a:t>Lorem ipsum dolor sit amet, consectetur adipiscing elit. Quisque molestie nisl eu sem tristique, sit amet convallis ex aliquam. Maecenas varius lectus hendrerit augue blandit, ut posuere erat aliquam. </a:t>
            </a:r>
          </a:p>
        </p:txBody>
      </p:sp>
      <p:sp>
        <p:nvSpPr>
          <p:cNvPr name="TextBox 15" id="15"/>
          <p:cNvSpPr txBox="true"/>
          <p:nvPr/>
        </p:nvSpPr>
        <p:spPr>
          <a:xfrm rot="0">
            <a:off x="9977311" y="7713058"/>
            <a:ext cx="7088577" cy="1014984"/>
          </a:xfrm>
          <a:prstGeom prst="rect">
            <a:avLst/>
          </a:prstGeom>
        </p:spPr>
        <p:txBody>
          <a:bodyPr anchor="t" rtlCol="false" tIns="0" lIns="0" bIns="0" rIns="0">
            <a:spAutoFit/>
          </a:bodyPr>
          <a:lstStyle/>
          <a:p>
            <a:pPr algn="l">
              <a:lnSpc>
                <a:spcPts val="2718"/>
              </a:lnSpc>
            </a:pPr>
            <a:r>
              <a:rPr lang="en-US" sz="1800" spc="-64">
                <a:solidFill>
                  <a:srgbClr val="FFFFFF"/>
                </a:solidFill>
                <a:latin typeface="HK Grotesk Light"/>
                <a:ea typeface="HK Grotesk Light"/>
                <a:cs typeface="HK Grotesk Light"/>
                <a:sym typeface="HK Grotesk Light"/>
              </a:rPr>
              <a:t>Lorem ipsum dolor sit amet, consectetur adipiscing elit. Quisque molestie nisl eu sem tristique, sit amet convallis ex aliquam. Maecenas varius lectus hendrerit augue blandit, ut posuere erat aliquam. </a:t>
            </a:r>
          </a:p>
        </p:txBody>
      </p:sp>
      <p:sp>
        <p:nvSpPr>
          <p:cNvPr name="TextBox 16" id="16"/>
          <p:cNvSpPr txBox="true"/>
          <p:nvPr/>
        </p:nvSpPr>
        <p:spPr>
          <a:xfrm rot="0">
            <a:off x="1811283" y="4726799"/>
            <a:ext cx="2731129" cy="721995"/>
          </a:xfrm>
          <a:prstGeom prst="rect">
            <a:avLst/>
          </a:prstGeom>
        </p:spPr>
        <p:txBody>
          <a:bodyPr anchor="t" rtlCol="false" tIns="0" lIns="0" bIns="0" rIns="0">
            <a:spAutoFit/>
          </a:bodyPr>
          <a:lstStyle/>
          <a:p>
            <a:pPr algn="l">
              <a:lnSpc>
                <a:spcPts val="5880"/>
              </a:lnSpc>
            </a:pPr>
            <a:r>
              <a:rPr lang="en-US" b="true" sz="4200" spc="-147">
                <a:solidFill>
                  <a:srgbClr val="8ADCFF"/>
                </a:solidFill>
                <a:latin typeface="HK Grotesk Bold"/>
                <a:ea typeface="HK Grotesk Bold"/>
                <a:cs typeface="HK Grotesk Bold"/>
                <a:sym typeface="HK Grotesk Bold"/>
              </a:rPr>
              <a:t>2018</a:t>
            </a:r>
          </a:p>
        </p:txBody>
      </p:sp>
      <p:sp>
        <p:nvSpPr>
          <p:cNvPr name="TextBox 17" id="17"/>
          <p:cNvSpPr txBox="true"/>
          <p:nvPr/>
        </p:nvSpPr>
        <p:spPr>
          <a:xfrm rot="0">
            <a:off x="9977311" y="4726799"/>
            <a:ext cx="2731129" cy="721995"/>
          </a:xfrm>
          <a:prstGeom prst="rect">
            <a:avLst/>
          </a:prstGeom>
        </p:spPr>
        <p:txBody>
          <a:bodyPr anchor="t" rtlCol="false" tIns="0" lIns="0" bIns="0" rIns="0">
            <a:spAutoFit/>
          </a:bodyPr>
          <a:lstStyle/>
          <a:p>
            <a:pPr algn="l">
              <a:lnSpc>
                <a:spcPts val="5880"/>
              </a:lnSpc>
            </a:pPr>
            <a:r>
              <a:rPr lang="en-US" b="true" sz="4200" spc="-147">
                <a:solidFill>
                  <a:srgbClr val="8ADCFF"/>
                </a:solidFill>
                <a:latin typeface="HK Grotesk Bold"/>
                <a:ea typeface="HK Grotesk Bold"/>
                <a:cs typeface="HK Grotesk Bold"/>
                <a:sym typeface="HK Grotesk Bold"/>
              </a:rPr>
              <a:t>2025</a:t>
            </a:r>
          </a:p>
        </p:txBody>
      </p:sp>
      <p:sp>
        <p:nvSpPr>
          <p:cNvPr name="TextBox 18" id="18"/>
          <p:cNvSpPr txBox="true"/>
          <p:nvPr/>
        </p:nvSpPr>
        <p:spPr>
          <a:xfrm rot="0">
            <a:off x="1811283" y="6862537"/>
            <a:ext cx="2731129" cy="721995"/>
          </a:xfrm>
          <a:prstGeom prst="rect">
            <a:avLst/>
          </a:prstGeom>
        </p:spPr>
        <p:txBody>
          <a:bodyPr anchor="t" rtlCol="false" tIns="0" lIns="0" bIns="0" rIns="0">
            <a:spAutoFit/>
          </a:bodyPr>
          <a:lstStyle/>
          <a:p>
            <a:pPr algn="l">
              <a:lnSpc>
                <a:spcPts val="5880"/>
              </a:lnSpc>
            </a:pPr>
            <a:r>
              <a:rPr lang="en-US" b="true" sz="4200" spc="-147">
                <a:solidFill>
                  <a:srgbClr val="8ADCFF"/>
                </a:solidFill>
                <a:latin typeface="HK Grotesk Bold"/>
                <a:ea typeface="HK Grotesk Bold"/>
                <a:cs typeface="HK Grotesk Bold"/>
                <a:sym typeface="HK Grotesk Bold"/>
              </a:rPr>
              <a:t>2022</a:t>
            </a:r>
          </a:p>
        </p:txBody>
      </p:sp>
      <p:sp>
        <p:nvSpPr>
          <p:cNvPr name="TextBox 19" id="19"/>
          <p:cNvSpPr txBox="true"/>
          <p:nvPr/>
        </p:nvSpPr>
        <p:spPr>
          <a:xfrm rot="0">
            <a:off x="9977311" y="6862537"/>
            <a:ext cx="2731129" cy="721995"/>
          </a:xfrm>
          <a:prstGeom prst="rect">
            <a:avLst/>
          </a:prstGeom>
        </p:spPr>
        <p:txBody>
          <a:bodyPr anchor="t" rtlCol="false" tIns="0" lIns="0" bIns="0" rIns="0">
            <a:spAutoFit/>
          </a:bodyPr>
          <a:lstStyle/>
          <a:p>
            <a:pPr algn="l">
              <a:lnSpc>
                <a:spcPts val="5880"/>
              </a:lnSpc>
            </a:pPr>
            <a:r>
              <a:rPr lang="en-US" b="true" sz="4200" spc="-147">
                <a:solidFill>
                  <a:srgbClr val="8ADCFF"/>
                </a:solidFill>
                <a:latin typeface="HK Grotesk Bold"/>
                <a:ea typeface="HK Grotesk Bold"/>
                <a:cs typeface="HK Grotesk Bold"/>
                <a:sym typeface="HK Grotesk Bold"/>
              </a:rPr>
              <a:t>Present</a:t>
            </a:r>
          </a:p>
        </p:txBody>
      </p:sp>
      <p:grpSp>
        <p:nvGrpSpPr>
          <p:cNvPr name="Group 20" id="20"/>
          <p:cNvGrpSpPr/>
          <p:nvPr/>
        </p:nvGrpSpPr>
        <p:grpSpPr>
          <a:xfrm rot="0">
            <a:off x="1307554" y="4676673"/>
            <a:ext cx="198488" cy="4249299"/>
            <a:chOff x="0" y="0"/>
            <a:chExt cx="52277" cy="1119157"/>
          </a:xfrm>
        </p:grpSpPr>
        <p:sp>
          <p:nvSpPr>
            <p:cNvPr name="Freeform 21" id="21"/>
            <p:cNvSpPr/>
            <p:nvPr/>
          </p:nvSpPr>
          <p:spPr>
            <a:xfrm flipH="false" flipV="false" rot="0">
              <a:off x="0" y="0"/>
              <a:ext cx="52277" cy="1119157"/>
            </a:xfrm>
            <a:custGeom>
              <a:avLst/>
              <a:gdLst/>
              <a:ahLst/>
              <a:cxnLst/>
              <a:rect r="r" b="b" t="t" l="l"/>
              <a:pathLst>
                <a:path h="1119157" w="52277">
                  <a:moveTo>
                    <a:pt x="26138" y="0"/>
                  </a:moveTo>
                  <a:lnTo>
                    <a:pt x="26138" y="0"/>
                  </a:lnTo>
                  <a:cubicBezTo>
                    <a:pt x="40574" y="0"/>
                    <a:pt x="52277" y="11703"/>
                    <a:pt x="52277" y="26138"/>
                  </a:cubicBezTo>
                  <a:lnTo>
                    <a:pt x="52277" y="1093019"/>
                  </a:lnTo>
                  <a:cubicBezTo>
                    <a:pt x="52277" y="1099951"/>
                    <a:pt x="49523" y="1106599"/>
                    <a:pt x="44621" y="1111501"/>
                  </a:cubicBezTo>
                  <a:cubicBezTo>
                    <a:pt x="39719" y="1116403"/>
                    <a:pt x="33071" y="1119157"/>
                    <a:pt x="26138" y="1119157"/>
                  </a:cubicBezTo>
                  <a:lnTo>
                    <a:pt x="26138" y="1119157"/>
                  </a:lnTo>
                  <a:cubicBezTo>
                    <a:pt x="19206" y="1119157"/>
                    <a:pt x="12558" y="1116403"/>
                    <a:pt x="7656" y="1111501"/>
                  </a:cubicBezTo>
                  <a:cubicBezTo>
                    <a:pt x="2754" y="1106599"/>
                    <a:pt x="0" y="1099951"/>
                    <a:pt x="0" y="1093019"/>
                  </a:cubicBezTo>
                  <a:lnTo>
                    <a:pt x="0" y="26138"/>
                  </a:lnTo>
                  <a:cubicBezTo>
                    <a:pt x="0" y="19206"/>
                    <a:pt x="2754" y="12558"/>
                    <a:pt x="7656" y="7656"/>
                  </a:cubicBezTo>
                  <a:cubicBezTo>
                    <a:pt x="12558" y="2754"/>
                    <a:pt x="19206" y="0"/>
                    <a:pt x="26138"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22" id="22"/>
            <p:cNvSpPr txBox="true"/>
            <p:nvPr/>
          </p:nvSpPr>
          <p:spPr>
            <a:xfrm>
              <a:off x="0" y="-66675"/>
              <a:ext cx="52277" cy="1185832"/>
            </a:xfrm>
            <a:prstGeom prst="rect">
              <a:avLst/>
            </a:prstGeom>
          </p:spPr>
          <p:txBody>
            <a:bodyPr anchor="ctr" rtlCol="false" tIns="50800" lIns="50800" bIns="50800" rIns="50800"/>
            <a:lstStyle/>
            <a:p>
              <a:pPr algn="ctr">
                <a:lnSpc>
                  <a:spcPts val="3638"/>
                </a:lnSpc>
              </a:pPr>
            </a:p>
          </p:txBody>
        </p:sp>
      </p:grpSp>
      <p:grpSp>
        <p:nvGrpSpPr>
          <p:cNvPr name="Group 23" id="23"/>
          <p:cNvGrpSpPr/>
          <p:nvPr/>
        </p:nvGrpSpPr>
        <p:grpSpPr>
          <a:xfrm rot="0">
            <a:off x="9473583" y="4676673"/>
            <a:ext cx="198488" cy="4249299"/>
            <a:chOff x="0" y="0"/>
            <a:chExt cx="52277" cy="1119157"/>
          </a:xfrm>
        </p:grpSpPr>
        <p:sp>
          <p:nvSpPr>
            <p:cNvPr name="Freeform 24" id="24"/>
            <p:cNvSpPr/>
            <p:nvPr/>
          </p:nvSpPr>
          <p:spPr>
            <a:xfrm flipH="false" flipV="false" rot="0">
              <a:off x="0" y="0"/>
              <a:ext cx="52277" cy="1119157"/>
            </a:xfrm>
            <a:custGeom>
              <a:avLst/>
              <a:gdLst/>
              <a:ahLst/>
              <a:cxnLst/>
              <a:rect r="r" b="b" t="t" l="l"/>
              <a:pathLst>
                <a:path h="1119157" w="52277">
                  <a:moveTo>
                    <a:pt x="26138" y="0"/>
                  </a:moveTo>
                  <a:lnTo>
                    <a:pt x="26138" y="0"/>
                  </a:lnTo>
                  <a:cubicBezTo>
                    <a:pt x="40574" y="0"/>
                    <a:pt x="52277" y="11703"/>
                    <a:pt x="52277" y="26138"/>
                  </a:cubicBezTo>
                  <a:lnTo>
                    <a:pt x="52277" y="1093019"/>
                  </a:lnTo>
                  <a:cubicBezTo>
                    <a:pt x="52277" y="1099951"/>
                    <a:pt x="49523" y="1106599"/>
                    <a:pt x="44621" y="1111501"/>
                  </a:cubicBezTo>
                  <a:cubicBezTo>
                    <a:pt x="39719" y="1116403"/>
                    <a:pt x="33071" y="1119157"/>
                    <a:pt x="26138" y="1119157"/>
                  </a:cubicBezTo>
                  <a:lnTo>
                    <a:pt x="26138" y="1119157"/>
                  </a:lnTo>
                  <a:cubicBezTo>
                    <a:pt x="19206" y="1119157"/>
                    <a:pt x="12558" y="1116403"/>
                    <a:pt x="7656" y="1111501"/>
                  </a:cubicBezTo>
                  <a:cubicBezTo>
                    <a:pt x="2754" y="1106599"/>
                    <a:pt x="0" y="1099951"/>
                    <a:pt x="0" y="1093019"/>
                  </a:cubicBezTo>
                  <a:lnTo>
                    <a:pt x="0" y="26138"/>
                  </a:lnTo>
                  <a:cubicBezTo>
                    <a:pt x="0" y="19206"/>
                    <a:pt x="2754" y="12558"/>
                    <a:pt x="7656" y="7656"/>
                  </a:cubicBezTo>
                  <a:cubicBezTo>
                    <a:pt x="12558" y="2754"/>
                    <a:pt x="19206" y="0"/>
                    <a:pt x="26138"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25" id="25"/>
            <p:cNvSpPr txBox="true"/>
            <p:nvPr/>
          </p:nvSpPr>
          <p:spPr>
            <a:xfrm>
              <a:off x="0" y="-66675"/>
              <a:ext cx="52277" cy="1185832"/>
            </a:xfrm>
            <a:prstGeom prst="rect">
              <a:avLst/>
            </a:prstGeom>
          </p:spPr>
          <p:txBody>
            <a:bodyPr anchor="ctr" rtlCol="false" tIns="50800" lIns="50800" bIns="50800" rIns="50800"/>
            <a:lstStyle/>
            <a:p>
              <a:pPr algn="ctr">
                <a:lnSpc>
                  <a:spcPts val="3638"/>
                </a:lnSpc>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Larana Company</a:t>
            </a:r>
          </a:p>
        </p:txBody>
      </p:sp>
      <p:sp>
        <p:nvSpPr>
          <p:cNvPr name="TextBox 10" id="10"/>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Pitch Deck Business Presentation</a:t>
            </a:r>
          </a:p>
        </p:txBody>
      </p:sp>
      <p:sp>
        <p:nvSpPr>
          <p:cNvPr name="Freeform 11" id="11"/>
          <p:cNvSpPr/>
          <p:nvPr/>
        </p:nvSpPr>
        <p:spPr>
          <a:xfrm flipH="false" flipV="false" rot="0">
            <a:off x="1219200" y="5477292"/>
            <a:ext cx="4672109" cy="815495"/>
          </a:xfrm>
          <a:custGeom>
            <a:avLst/>
            <a:gdLst/>
            <a:ahLst/>
            <a:cxnLst/>
            <a:rect r="r" b="b" t="t" l="l"/>
            <a:pathLst>
              <a:path h="815495" w="4672109">
                <a:moveTo>
                  <a:pt x="0" y="0"/>
                </a:moveTo>
                <a:lnTo>
                  <a:pt x="4672109" y="0"/>
                </a:lnTo>
                <a:lnTo>
                  <a:pt x="4672109" y="815495"/>
                </a:lnTo>
                <a:lnTo>
                  <a:pt x="0" y="815495"/>
                </a:lnTo>
                <a:lnTo>
                  <a:pt x="0" y="0"/>
                </a:lnTo>
                <a:close/>
              </a:path>
            </a:pathLst>
          </a:custGeom>
          <a:blipFill>
            <a:blip r:embed="rId6">
              <a:alphaModFix amt="40000"/>
            </a:blip>
            <a:stretch>
              <a:fillRect l="0" t="0" r="0" b="0"/>
            </a:stretch>
          </a:blipFill>
        </p:spPr>
      </p:sp>
      <p:grpSp>
        <p:nvGrpSpPr>
          <p:cNvPr name="Group 12" id="12"/>
          <p:cNvGrpSpPr/>
          <p:nvPr/>
        </p:nvGrpSpPr>
        <p:grpSpPr>
          <a:xfrm rot="0">
            <a:off x="1219200" y="5765897"/>
            <a:ext cx="5099140" cy="3797262"/>
            <a:chOff x="0" y="0"/>
            <a:chExt cx="1160447" cy="864170"/>
          </a:xfrm>
        </p:grpSpPr>
        <p:sp>
          <p:nvSpPr>
            <p:cNvPr name="Freeform 13" id="13"/>
            <p:cNvSpPr/>
            <p:nvPr/>
          </p:nvSpPr>
          <p:spPr>
            <a:xfrm flipH="false" flipV="false" rot="0">
              <a:off x="0" y="0"/>
              <a:ext cx="1160447" cy="864170"/>
            </a:xfrm>
            <a:custGeom>
              <a:avLst/>
              <a:gdLst/>
              <a:ahLst/>
              <a:cxnLst/>
              <a:rect r="r" b="b" t="t" l="l"/>
              <a:pathLst>
                <a:path h="864170" w="1160447">
                  <a:moveTo>
                    <a:pt x="53140" y="0"/>
                  </a:moveTo>
                  <a:lnTo>
                    <a:pt x="1107308" y="0"/>
                  </a:lnTo>
                  <a:cubicBezTo>
                    <a:pt x="1136656" y="0"/>
                    <a:pt x="1160447" y="23791"/>
                    <a:pt x="1160447" y="53140"/>
                  </a:cubicBezTo>
                  <a:lnTo>
                    <a:pt x="1160447" y="811030"/>
                  </a:lnTo>
                  <a:cubicBezTo>
                    <a:pt x="1160447" y="825123"/>
                    <a:pt x="1154849" y="838640"/>
                    <a:pt x="1144883" y="848605"/>
                  </a:cubicBezTo>
                  <a:cubicBezTo>
                    <a:pt x="1134918" y="858571"/>
                    <a:pt x="1121401" y="864170"/>
                    <a:pt x="1107308" y="864170"/>
                  </a:cubicBezTo>
                  <a:lnTo>
                    <a:pt x="53140" y="864170"/>
                  </a:lnTo>
                  <a:cubicBezTo>
                    <a:pt x="23791" y="864170"/>
                    <a:pt x="0" y="840378"/>
                    <a:pt x="0" y="811030"/>
                  </a:cubicBezTo>
                  <a:lnTo>
                    <a:pt x="0" y="53140"/>
                  </a:lnTo>
                  <a:cubicBezTo>
                    <a:pt x="0" y="23791"/>
                    <a:pt x="23791" y="0"/>
                    <a:pt x="5314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4" id="14"/>
            <p:cNvSpPr txBox="true"/>
            <p:nvPr/>
          </p:nvSpPr>
          <p:spPr>
            <a:xfrm>
              <a:off x="0" y="-28575"/>
              <a:ext cx="1160447" cy="892745"/>
            </a:xfrm>
            <a:prstGeom prst="rect">
              <a:avLst/>
            </a:prstGeom>
          </p:spPr>
          <p:txBody>
            <a:bodyPr anchor="ctr" rtlCol="false" tIns="50800" lIns="50800" bIns="50800" rIns="50800"/>
            <a:lstStyle/>
            <a:p>
              <a:pPr algn="ctr">
                <a:lnSpc>
                  <a:spcPts val="2600"/>
                </a:lnSpc>
              </a:pPr>
            </a:p>
          </p:txBody>
        </p:sp>
      </p:grpSp>
      <p:grpSp>
        <p:nvGrpSpPr>
          <p:cNvPr name="Group 15" id="15"/>
          <p:cNvGrpSpPr/>
          <p:nvPr/>
        </p:nvGrpSpPr>
        <p:grpSpPr>
          <a:xfrm rot="0">
            <a:off x="6815793" y="4821307"/>
            <a:ext cx="4672109" cy="4741851"/>
            <a:chOff x="0" y="0"/>
            <a:chExt cx="1063265" cy="1079137"/>
          </a:xfrm>
        </p:grpSpPr>
        <p:sp>
          <p:nvSpPr>
            <p:cNvPr name="Freeform 16" id="16"/>
            <p:cNvSpPr/>
            <p:nvPr/>
          </p:nvSpPr>
          <p:spPr>
            <a:xfrm flipH="false" flipV="false" rot="0">
              <a:off x="0" y="0"/>
              <a:ext cx="1063265" cy="1079137"/>
            </a:xfrm>
            <a:custGeom>
              <a:avLst/>
              <a:gdLst/>
              <a:ahLst/>
              <a:cxnLst/>
              <a:rect r="r" b="b" t="t" l="l"/>
              <a:pathLst>
                <a:path h="1079137" w="1063265">
                  <a:moveTo>
                    <a:pt x="57997" y="0"/>
                  </a:moveTo>
                  <a:lnTo>
                    <a:pt x="1005268" y="0"/>
                  </a:lnTo>
                  <a:cubicBezTo>
                    <a:pt x="1037299" y="0"/>
                    <a:pt x="1063265" y="25966"/>
                    <a:pt x="1063265" y="57997"/>
                  </a:cubicBezTo>
                  <a:lnTo>
                    <a:pt x="1063265" y="1021140"/>
                  </a:lnTo>
                  <a:cubicBezTo>
                    <a:pt x="1063265" y="1053171"/>
                    <a:pt x="1037299" y="1079137"/>
                    <a:pt x="1005268" y="1079137"/>
                  </a:cubicBezTo>
                  <a:lnTo>
                    <a:pt x="57997" y="1079137"/>
                  </a:lnTo>
                  <a:cubicBezTo>
                    <a:pt x="25966" y="1079137"/>
                    <a:pt x="0" y="1053171"/>
                    <a:pt x="0" y="1021140"/>
                  </a:cubicBezTo>
                  <a:lnTo>
                    <a:pt x="0" y="57997"/>
                  </a:lnTo>
                  <a:cubicBezTo>
                    <a:pt x="0" y="25966"/>
                    <a:pt x="25966" y="0"/>
                    <a:pt x="57997"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7" id="17"/>
            <p:cNvSpPr txBox="true"/>
            <p:nvPr/>
          </p:nvSpPr>
          <p:spPr>
            <a:xfrm>
              <a:off x="0" y="-28575"/>
              <a:ext cx="1063265" cy="1107712"/>
            </a:xfrm>
            <a:prstGeom prst="rect">
              <a:avLst/>
            </a:prstGeom>
          </p:spPr>
          <p:txBody>
            <a:bodyPr anchor="ctr" rtlCol="false" tIns="50800" lIns="50800" bIns="50800" rIns="50800"/>
            <a:lstStyle/>
            <a:p>
              <a:pPr algn="ctr">
                <a:lnSpc>
                  <a:spcPts val="2600"/>
                </a:lnSpc>
              </a:pPr>
            </a:p>
          </p:txBody>
        </p:sp>
      </p:grpSp>
      <p:pic>
        <p:nvPicPr>
          <p:cNvPr name="Picture 18" id="18"/>
          <p:cNvPicPr>
            <a:picLocks noChangeAspect="true"/>
          </p:cNvPicPr>
          <p:nvPr/>
        </p:nvPicPr>
        <p:blipFill>
          <a:blip r:embed="rId7"/>
          <a:stretch>
            <a:fillRect/>
          </a:stretch>
        </p:blipFill>
        <p:spPr>
          <a:xfrm rot="0">
            <a:off x="1019418" y="6626610"/>
            <a:ext cx="5095740" cy="3124538"/>
          </a:xfrm>
          <a:prstGeom prst="rect">
            <a:avLst/>
          </a:prstGeom>
        </p:spPr>
      </p:pic>
      <p:pic>
        <p:nvPicPr>
          <p:cNvPr name="Picture 19" id="19"/>
          <p:cNvPicPr>
            <a:picLocks noChangeAspect="true"/>
          </p:cNvPicPr>
          <p:nvPr/>
        </p:nvPicPr>
        <p:blipFill>
          <a:blip r:embed="rId8"/>
          <a:stretch>
            <a:fillRect/>
          </a:stretch>
        </p:blipFill>
        <p:spPr>
          <a:xfrm rot="0">
            <a:off x="6974913" y="5825627"/>
            <a:ext cx="4274122" cy="3685292"/>
          </a:xfrm>
          <a:prstGeom prst="rect">
            <a:avLst/>
          </a:prstGeom>
        </p:spPr>
      </p:pic>
      <p:sp>
        <p:nvSpPr>
          <p:cNvPr name="TextBox 20" id="20"/>
          <p:cNvSpPr txBox="true"/>
          <p:nvPr/>
        </p:nvSpPr>
        <p:spPr>
          <a:xfrm rot="0">
            <a:off x="1551899" y="2269872"/>
            <a:ext cx="4766441" cy="2527928"/>
          </a:xfrm>
          <a:prstGeom prst="rect">
            <a:avLst/>
          </a:prstGeom>
        </p:spPr>
        <p:txBody>
          <a:bodyPr anchor="t" rtlCol="false" tIns="0" lIns="0" bIns="0" rIns="0">
            <a:spAutoFit/>
          </a:bodyPr>
          <a:lstStyle/>
          <a:p>
            <a:pPr algn="l">
              <a:lnSpc>
                <a:spcPts val="9539"/>
              </a:lnSpc>
            </a:pPr>
            <a:r>
              <a:rPr lang="en-US" sz="10599" spc="-349" b="true">
                <a:solidFill>
                  <a:srgbClr val="FFFFFF"/>
                </a:solidFill>
                <a:latin typeface="HK Grotesk Bold"/>
                <a:ea typeface="HK Grotesk Bold"/>
                <a:cs typeface="HK Grotesk Bold"/>
                <a:sym typeface="HK Grotesk Bold"/>
              </a:rPr>
              <a:t>Use of Funds</a:t>
            </a:r>
          </a:p>
        </p:txBody>
      </p:sp>
      <p:grpSp>
        <p:nvGrpSpPr>
          <p:cNvPr name="Group 21" id="21"/>
          <p:cNvGrpSpPr/>
          <p:nvPr/>
        </p:nvGrpSpPr>
        <p:grpSpPr>
          <a:xfrm rot="0">
            <a:off x="11985355" y="2174129"/>
            <a:ext cx="5139153" cy="7389030"/>
            <a:chOff x="0" y="0"/>
            <a:chExt cx="1169553" cy="1681574"/>
          </a:xfrm>
        </p:grpSpPr>
        <p:sp>
          <p:nvSpPr>
            <p:cNvPr name="Freeform 22" id="22"/>
            <p:cNvSpPr/>
            <p:nvPr/>
          </p:nvSpPr>
          <p:spPr>
            <a:xfrm flipH="false" flipV="false" rot="0">
              <a:off x="0" y="0"/>
              <a:ext cx="1169553" cy="1681574"/>
            </a:xfrm>
            <a:custGeom>
              <a:avLst/>
              <a:gdLst/>
              <a:ahLst/>
              <a:cxnLst/>
              <a:rect r="r" b="b" t="t" l="l"/>
              <a:pathLst>
                <a:path h="1681574" w="1169553">
                  <a:moveTo>
                    <a:pt x="52726" y="0"/>
                  </a:moveTo>
                  <a:lnTo>
                    <a:pt x="1116827" y="0"/>
                  </a:lnTo>
                  <a:cubicBezTo>
                    <a:pt x="1130811" y="0"/>
                    <a:pt x="1144222" y="5555"/>
                    <a:pt x="1154110" y="15443"/>
                  </a:cubicBezTo>
                  <a:cubicBezTo>
                    <a:pt x="1163998" y="25331"/>
                    <a:pt x="1169553" y="38742"/>
                    <a:pt x="1169553" y="52726"/>
                  </a:cubicBezTo>
                  <a:lnTo>
                    <a:pt x="1169553" y="1628848"/>
                  </a:lnTo>
                  <a:cubicBezTo>
                    <a:pt x="1169553" y="1642832"/>
                    <a:pt x="1163998" y="1656243"/>
                    <a:pt x="1154110" y="1666131"/>
                  </a:cubicBezTo>
                  <a:cubicBezTo>
                    <a:pt x="1144222" y="1676019"/>
                    <a:pt x="1130811" y="1681574"/>
                    <a:pt x="1116827" y="1681574"/>
                  </a:cubicBezTo>
                  <a:lnTo>
                    <a:pt x="52726" y="1681574"/>
                  </a:lnTo>
                  <a:cubicBezTo>
                    <a:pt x="38742" y="1681574"/>
                    <a:pt x="25331" y="1676019"/>
                    <a:pt x="15443" y="1666131"/>
                  </a:cubicBezTo>
                  <a:cubicBezTo>
                    <a:pt x="5555" y="1656243"/>
                    <a:pt x="0" y="1642832"/>
                    <a:pt x="0" y="1628848"/>
                  </a:cubicBezTo>
                  <a:lnTo>
                    <a:pt x="0" y="52726"/>
                  </a:lnTo>
                  <a:cubicBezTo>
                    <a:pt x="0" y="38742"/>
                    <a:pt x="5555" y="25331"/>
                    <a:pt x="15443" y="15443"/>
                  </a:cubicBezTo>
                  <a:cubicBezTo>
                    <a:pt x="25331" y="5555"/>
                    <a:pt x="38742" y="0"/>
                    <a:pt x="52726"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23" id="23"/>
            <p:cNvSpPr txBox="true"/>
            <p:nvPr/>
          </p:nvSpPr>
          <p:spPr>
            <a:xfrm>
              <a:off x="0" y="-28575"/>
              <a:ext cx="1169553" cy="1710149"/>
            </a:xfrm>
            <a:prstGeom prst="rect">
              <a:avLst/>
            </a:prstGeom>
          </p:spPr>
          <p:txBody>
            <a:bodyPr anchor="ctr" rtlCol="false" tIns="50800" lIns="50800" bIns="50800" rIns="50800"/>
            <a:lstStyle/>
            <a:p>
              <a:pPr algn="ctr">
                <a:lnSpc>
                  <a:spcPts val="2600"/>
                </a:lnSpc>
              </a:pPr>
            </a:p>
          </p:txBody>
        </p:sp>
      </p:grpSp>
      <p:sp>
        <p:nvSpPr>
          <p:cNvPr name="TextBox 24" id="24"/>
          <p:cNvSpPr txBox="true"/>
          <p:nvPr/>
        </p:nvSpPr>
        <p:spPr>
          <a:xfrm rot="0">
            <a:off x="6463058" y="2234223"/>
            <a:ext cx="5075721" cy="2043684"/>
          </a:xfrm>
          <a:prstGeom prst="rect">
            <a:avLst/>
          </a:prstGeom>
        </p:spPr>
        <p:txBody>
          <a:bodyPr anchor="t" rtlCol="false" tIns="0" lIns="0" bIns="0" rIns="0">
            <a:spAutoFit/>
          </a:bodyPr>
          <a:lstStyle/>
          <a:p>
            <a:pPr algn="l">
              <a:lnSpc>
                <a:spcPts val="2718"/>
              </a:lnSpc>
            </a:pPr>
            <a:r>
              <a:rPr lang="en-US" sz="1800" spc="-64">
                <a:solidFill>
                  <a:srgbClr val="FFFFFF"/>
                </a:solidFill>
                <a:latin typeface="HK Grotesk Light"/>
                <a:ea typeface="HK Grotesk Light"/>
                <a:cs typeface="HK Grotesk Light"/>
                <a:sym typeface="HK Grotesk Light"/>
              </a:rPr>
              <a:t>Lorem ipsum dolor sit amet, consectetur adipiscing elit. Quisque molestie nisl eu sem tristique, sit amet convallis ex aliquam. Maecenas varius lectus hendrerit augue blandit, ut posuere erat aliquam. Praesent auctor tellus eget nisl blandit, at varius purus elementum. Lorem ipsum dolor sit amet, consectetur adipiscing elit.</a:t>
            </a:r>
          </a:p>
        </p:txBody>
      </p:sp>
      <p:sp>
        <p:nvSpPr>
          <p:cNvPr name="TextBox 25" id="25"/>
          <p:cNvSpPr txBox="true"/>
          <p:nvPr/>
        </p:nvSpPr>
        <p:spPr>
          <a:xfrm rot="0">
            <a:off x="7306293" y="5070130"/>
            <a:ext cx="3931393" cy="823849"/>
          </a:xfrm>
          <a:prstGeom prst="rect">
            <a:avLst/>
          </a:prstGeom>
        </p:spPr>
        <p:txBody>
          <a:bodyPr anchor="t" rtlCol="false" tIns="0" lIns="0" bIns="0" rIns="0">
            <a:spAutoFit/>
          </a:bodyPr>
          <a:lstStyle/>
          <a:p>
            <a:pPr algn="l">
              <a:lnSpc>
                <a:spcPts val="3247"/>
              </a:lnSpc>
            </a:pPr>
            <a:r>
              <a:rPr lang="en-US" sz="2799" b="true">
                <a:solidFill>
                  <a:srgbClr val="FFFFFF"/>
                </a:solidFill>
                <a:latin typeface="HK Grotesk Bold"/>
                <a:ea typeface="HK Grotesk Bold"/>
                <a:cs typeface="HK Grotesk Bold"/>
                <a:sym typeface="HK Grotesk Bold"/>
              </a:rPr>
              <a:t>Customer Acquisition Cost (CAC)</a:t>
            </a:r>
          </a:p>
        </p:txBody>
      </p:sp>
      <p:sp>
        <p:nvSpPr>
          <p:cNvPr name="TextBox 26" id="26"/>
          <p:cNvSpPr txBox="true"/>
          <p:nvPr/>
        </p:nvSpPr>
        <p:spPr>
          <a:xfrm rot="0">
            <a:off x="1687066" y="6302312"/>
            <a:ext cx="3691110" cy="414274"/>
          </a:xfrm>
          <a:prstGeom prst="rect">
            <a:avLst/>
          </a:prstGeom>
        </p:spPr>
        <p:txBody>
          <a:bodyPr anchor="t" rtlCol="false" tIns="0" lIns="0" bIns="0" rIns="0">
            <a:spAutoFit/>
          </a:bodyPr>
          <a:lstStyle/>
          <a:p>
            <a:pPr algn="l">
              <a:lnSpc>
                <a:spcPts val="3247"/>
              </a:lnSpc>
            </a:pPr>
            <a:r>
              <a:rPr lang="en-US" sz="2799" b="true">
                <a:solidFill>
                  <a:srgbClr val="FFFFFF"/>
                </a:solidFill>
                <a:latin typeface="HK Grotesk Bold"/>
                <a:ea typeface="HK Grotesk Bold"/>
                <a:cs typeface="HK Grotesk Bold"/>
                <a:sym typeface="HK Grotesk Bold"/>
              </a:rPr>
              <a:t>Conversion Rates</a:t>
            </a:r>
          </a:p>
        </p:txBody>
      </p:sp>
      <p:sp>
        <p:nvSpPr>
          <p:cNvPr name="TextBox 27" id="27"/>
          <p:cNvSpPr txBox="true"/>
          <p:nvPr/>
        </p:nvSpPr>
        <p:spPr>
          <a:xfrm rot="0">
            <a:off x="12858440" y="2702874"/>
            <a:ext cx="3916375" cy="414274"/>
          </a:xfrm>
          <a:prstGeom prst="rect">
            <a:avLst/>
          </a:prstGeom>
        </p:spPr>
        <p:txBody>
          <a:bodyPr anchor="t" rtlCol="false" tIns="0" lIns="0" bIns="0" rIns="0">
            <a:spAutoFit/>
          </a:bodyPr>
          <a:lstStyle/>
          <a:p>
            <a:pPr algn="l">
              <a:lnSpc>
                <a:spcPts val="3247"/>
              </a:lnSpc>
            </a:pPr>
            <a:r>
              <a:rPr lang="en-US" sz="2799" b="true">
                <a:solidFill>
                  <a:srgbClr val="FFFFFF"/>
                </a:solidFill>
                <a:latin typeface="HK Grotesk Bold"/>
                <a:ea typeface="HK Grotesk Bold"/>
                <a:cs typeface="HK Grotesk Bold"/>
                <a:sym typeface="HK Grotesk Bold"/>
              </a:rPr>
              <a:t>Retention and Upsell</a:t>
            </a:r>
          </a:p>
        </p:txBody>
      </p:sp>
      <p:pic>
        <p:nvPicPr>
          <p:cNvPr name="Picture 28" id="28"/>
          <p:cNvPicPr>
            <a:picLocks noChangeAspect="true"/>
          </p:cNvPicPr>
          <p:nvPr/>
        </p:nvPicPr>
        <p:blipFill>
          <a:blip r:embed="rId9"/>
          <a:stretch>
            <a:fillRect/>
          </a:stretch>
        </p:blipFill>
        <p:spPr>
          <a:xfrm rot="0">
            <a:off x="11812966" y="2826006"/>
            <a:ext cx="5301241" cy="6722298"/>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028700" y="6038532"/>
            <a:ext cx="3834261" cy="765075"/>
            <a:chOff x="0" y="0"/>
            <a:chExt cx="1009847" cy="201501"/>
          </a:xfrm>
        </p:grpSpPr>
        <p:sp>
          <p:nvSpPr>
            <p:cNvPr name="Freeform 10" id="10"/>
            <p:cNvSpPr/>
            <p:nvPr/>
          </p:nvSpPr>
          <p:spPr>
            <a:xfrm flipH="false" flipV="false" rot="0">
              <a:off x="0" y="0"/>
              <a:ext cx="1009847" cy="201501"/>
            </a:xfrm>
            <a:custGeom>
              <a:avLst/>
              <a:gdLst/>
              <a:ahLst/>
              <a:cxnLst/>
              <a:rect r="r" b="b" t="t" l="l"/>
              <a:pathLst>
                <a:path h="201501" w="1009847">
                  <a:moveTo>
                    <a:pt x="100751" y="0"/>
                  </a:moveTo>
                  <a:lnTo>
                    <a:pt x="909096" y="0"/>
                  </a:lnTo>
                  <a:cubicBezTo>
                    <a:pt x="964739" y="0"/>
                    <a:pt x="1009847" y="45108"/>
                    <a:pt x="1009847" y="100751"/>
                  </a:cubicBezTo>
                  <a:lnTo>
                    <a:pt x="1009847" y="100751"/>
                  </a:lnTo>
                  <a:cubicBezTo>
                    <a:pt x="1009847" y="127471"/>
                    <a:pt x="999232" y="153098"/>
                    <a:pt x="980337" y="171992"/>
                  </a:cubicBezTo>
                  <a:cubicBezTo>
                    <a:pt x="961443" y="190886"/>
                    <a:pt x="935817" y="201501"/>
                    <a:pt x="909096" y="201501"/>
                  </a:cubicBezTo>
                  <a:lnTo>
                    <a:pt x="100751" y="201501"/>
                  </a:lnTo>
                  <a:cubicBezTo>
                    <a:pt x="74030" y="201501"/>
                    <a:pt x="48404" y="190886"/>
                    <a:pt x="29509" y="171992"/>
                  </a:cubicBezTo>
                  <a:cubicBezTo>
                    <a:pt x="10615" y="153098"/>
                    <a:pt x="0" y="127471"/>
                    <a:pt x="0" y="100751"/>
                  </a:cubicBezTo>
                  <a:lnTo>
                    <a:pt x="0" y="100751"/>
                  </a:lnTo>
                  <a:cubicBezTo>
                    <a:pt x="0" y="74030"/>
                    <a:pt x="10615" y="48404"/>
                    <a:pt x="29509" y="29509"/>
                  </a:cubicBezTo>
                  <a:cubicBezTo>
                    <a:pt x="48404" y="10615"/>
                    <a:pt x="74030" y="0"/>
                    <a:pt x="100751"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1" id="11"/>
            <p:cNvSpPr txBox="true"/>
            <p:nvPr/>
          </p:nvSpPr>
          <p:spPr>
            <a:xfrm>
              <a:off x="0" y="-66675"/>
              <a:ext cx="1009847" cy="268176"/>
            </a:xfrm>
            <a:prstGeom prst="rect">
              <a:avLst/>
            </a:prstGeom>
          </p:spPr>
          <p:txBody>
            <a:bodyPr anchor="ctr" rtlCol="false" tIns="50800" lIns="50800" bIns="50800" rIns="50800"/>
            <a:lstStyle/>
            <a:p>
              <a:pPr algn="ctr">
                <a:lnSpc>
                  <a:spcPts val="3638"/>
                </a:lnSpc>
              </a:pPr>
            </a:p>
          </p:txBody>
        </p:sp>
      </p:grpSp>
      <p:grpSp>
        <p:nvGrpSpPr>
          <p:cNvPr name="Group 12" id="12"/>
          <p:cNvGrpSpPr/>
          <p:nvPr/>
        </p:nvGrpSpPr>
        <p:grpSpPr>
          <a:xfrm rot="0">
            <a:off x="5160813" y="6038532"/>
            <a:ext cx="3834261" cy="765075"/>
            <a:chOff x="0" y="0"/>
            <a:chExt cx="1009847" cy="201501"/>
          </a:xfrm>
        </p:grpSpPr>
        <p:sp>
          <p:nvSpPr>
            <p:cNvPr name="Freeform 13" id="13"/>
            <p:cNvSpPr/>
            <p:nvPr/>
          </p:nvSpPr>
          <p:spPr>
            <a:xfrm flipH="false" flipV="false" rot="0">
              <a:off x="0" y="0"/>
              <a:ext cx="1009847" cy="201501"/>
            </a:xfrm>
            <a:custGeom>
              <a:avLst/>
              <a:gdLst/>
              <a:ahLst/>
              <a:cxnLst/>
              <a:rect r="r" b="b" t="t" l="l"/>
              <a:pathLst>
                <a:path h="201501" w="1009847">
                  <a:moveTo>
                    <a:pt x="100751" y="0"/>
                  </a:moveTo>
                  <a:lnTo>
                    <a:pt x="909096" y="0"/>
                  </a:lnTo>
                  <a:cubicBezTo>
                    <a:pt x="964739" y="0"/>
                    <a:pt x="1009847" y="45108"/>
                    <a:pt x="1009847" y="100751"/>
                  </a:cubicBezTo>
                  <a:lnTo>
                    <a:pt x="1009847" y="100751"/>
                  </a:lnTo>
                  <a:cubicBezTo>
                    <a:pt x="1009847" y="127471"/>
                    <a:pt x="999232" y="153098"/>
                    <a:pt x="980337" y="171992"/>
                  </a:cubicBezTo>
                  <a:cubicBezTo>
                    <a:pt x="961443" y="190886"/>
                    <a:pt x="935817" y="201501"/>
                    <a:pt x="909096" y="201501"/>
                  </a:cubicBezTo>
                  <a:lnTo>
                    <a:pt x="100751" y="201501"/>
                  </a:lnTo>
                  <a:cubicBezTo>
                    <a:pt x="74030" y="201501"/>
                    <a:pt x="48404" y="190886"/>
                    <a:pt x="29509" y="171992"/>
                  </a:cubicBezTo>
                  <a:cubicBezTo>
                    <a:pt x="10615" y="153098"/>
                    <a:pt x="0" y="127471"/>
                    <a:pt x="0" y="100751"/>
                  </a:cubicBezTo>
                  <a:lnTo>
                    <a:pt x="0" y="100751"/>
                  </a:lnTo>
                  <a:cubicBezTo>
                    <a:pt x="0" y="74030"/>
                    <a:pt x="10615" y="48404"/>
                    <a:pt x="29509" y="29509"/>
                  </a:cubicBezTo>
                  <a:cubicBezTo>
                    <a:pt x="48404" y="10615"/>
                    <a:pt x="74030" y="0"/>
                    <a:pt x="100751"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4" id="14"/>
            <p:cNvSpPr txBox="true"/>
            <p:nvPr/>
          </p:nvSpPr>
          <p:spPr>
            <a:xfrm>
              <a:off x="0" y="-66675"/>
              <a:ext cx="1009847" cy="268176"/>
            </a:xfrm>
            <a:prstGeom prst="rect">
              <a:avLst/>
            </a:prstGeom>
          </p:spPr>
          <p:txBody>
            <a:bodyPr anchor="ctr" rtlCol="false" tIns="50800" lIns="50800" bIns="50800" rIns="50800"/>
            <a:lstStyle/>
            <a:p>
              <a:pPr algn="ctr">
                <a:lnSpc>
                  <a:spcPts val="3638"/>
                </a:lnSpc>
              </a:pPr>
            </a:p>
          </p:txBody>
        </p:sp>
      </p:grpSp>
      <p:grpSp>
        <p:nvGrpSpPr>
          <p:cNvPr name="Group 15" id="15"/>
          <p:cNvGrpSpPr/>
          <p:nvPr/>
        </p:nvGrpSpPr>
        <p:grpSpPr>
          <a:xfrm rot="0">
            <a:off x="1028700" y="2186600"/>
            <a:ext cx="3834261" cy="3470932"/>
            <a:chOff x="0" y="0"/>
            <a:chExt cx="748035" cy="677153"/>
          </a:xfrm>
        </p:grpSpPr>
        <p:sp>
          <p:nvSpPr>
            <p:cNvPr name="Freeform 16" id="16"/>
            <p:cNvSpPr/>
            <p:nvPr/>
          </p:nvSpPr>
          <p:spPr>
            <a:xfrm flipH="false" flipV="false" rot="0">
              <a:off x="0" y="0"/>
              <a:ext cx="748035" cy="677153"/>
            </a:xfrm>
            <a:custGeom>
              <a:avLst/>
              <a:gdLst/>
              <a:ahLst/>
              <a:cxnLst/>
              <a:rect r="r" b="b" t="t" l="l"/>
              <a:pathLst>
                <a:path h="677153" w="748035">
                  <a:moveTo>
                    <a:pt x="88842" y="0"/>
                  </a:moveTo>
                  <a:lnTo>
                    <a:pt x="659193" y="0"/>
                  </a:lnTo>
                  <a:cubicBezTo>
                    <a:pt x="708259" y="0"/>
                    <a:pt x="748035" y="39776"/>
                    <a:pt x="748035" y="88842"/>
                  </a:cubicBezTo>
                  <a:lnTo>
                    <a:pt x="748035" y="588310"/>
                  </a:lnTo>
                  <a:cubicBezTo>
                    <a:pt x="748035" y="637377"/>
                    <a:pt x="708259" y="677153"/>
                    <a:pt x="659193" y="677153"/>
                  </a:cubicBezTo>
                  <a:lnTo>
                    <a:pt x="88842" y="677153"/>
                  </a:lnTo>
                  <a:cubicBezTo>
                    <a:pt x="39776" y="677153"/>
                    <a:pt x="0" y="637377"/>
                    <a:pt x="0" y="588310"/>
                  </a:cubicBezTo>
                  <a:lnTo>
                    <a:pt x="0" y="88842"/>
                  </a:lnTo>
                  <a:cubicBezTo>
                    <a:pt x="0" y="39776"/>
                    <a:pt x="39776" y="0"/>
                    <a:pt x="88842" y="0"/>
                  </a:cubicBezTo>
                  <a:close/>
                </a:path>
              </a:pathLst>
            </a:custGeom>
            <a:blipFill>
              <a:blip r:embed="rId6"/>
              <a:stretch>
                <a:fillRect l="-7582" t="-1903" r="-108633" b="-57229"/>
              </a:stretch>
            </a:blipFill>
            <a:ln w="19050" cap="rnd">
              <a:gradFill>
                <a:gsLst>
                  <a:gs pos="0">
                    <a:srgbClr val="FFC4E1">
                      <a:alpha val="0"/>
                    </a:srgbClr>
                  </a:gs>
                  <a:gs pos="25000">
                    <a:srgbClr val="FFC4E1">
                      <a:alpha val="59500"/>
                    </a:srgbClr>
                  </a:gs>
                  <a:gs pos="50000">
                    <a:srgbClr val="FFDAEC">
                      <a:alpha val="100000"/>
                    </a:srgbClr>
                  </a:gs>
                  <a:gs pos="75000">
                    <a:srgbClr val="FFC4E1">
                      <a:alpha val="60000"/>
                    </a:srgbClr>
                  </a:gs>
                  <a:gs pos="100000">
                    <a:srgbClr val="FFC4E1">
                      <a:alpha val="0"/>
                    </a:srgbClr>
                  </a:gs>
                </a:gsLst>
                <a:lin ang="2700000"/>
              </a:gradFill>
              <a:prstDash val="solid"/>
              <a:round/>
            </a:ln>
          </p:spPr>
        </p:sp>
      </p:grpSp>
      <p:grpSp>
        <p:nvGrpSpPr>
          <p:cNvPr name="Group 17" id="17"/>
          <p:cNvGrpSpPr/>
          <p:nvPr/>
        </p:nvGrpSpPr>
        <p:grpSpPr>
          <a:xfrm rot="0">
            <a:off x="5160813" y="2186600"/>
            <a:ext cx="3834261" cy="3470932"/>
            <a:chOff x="0" y="0"/>
            <a:chExt cx="748035" cy="677153"/>
          </a:xfrm>
        </p:grpSpPr>
        <p:sp>
          <p:nvSpPr>
            <p:cNvPr name="Freeform 18" id="18"/>
            <p:cNvSpPr/>
            <p:nvPr/>
          </p:nvSpPr>
          <p:spPr>
            <a:xfrm flipH="false" flipV="false" rot="0">
              <a:off x="0" y="0"/>
              <a:ext cx="748035" cy="677153"/>
            </a:xfrm>
            <a:custGeom>
              <a:avLst/>
              <a:gdLst/>
              <a:ahLst/>
              <a:cxnLst/>
              <a:rect r="r" b="b" t="t" l="l"/>
              <a:pathLst>
                <a:path h="677153" w="748035">
                  <a:moveTo>
                    <a:pt x="88842" y="0"/>
                  </a:moveTo>
                  <a:lnTo>
                    <a:pt x="659193" y="0"/>
                  </a:lnTo>
                  <a:cubicBezTo>
                    <a:pt x="708259" y="0"/>
                    <a:pt x="748035" y="39776"/>
                    <a:pt x="748035" y="88842"/>
                  </a:cubicBezTo>
                  <a:lnTo>
                    <a:pt x="748035" y="588310"/>
                  </a:lnTo>
                  <a:cubicBezTo>
                    <a:pt x="748035" y="637377"/>
                    <a:pt x="708259" y="677153"/>
                    <a:pt x="659193" y="677153"/>
                  </a:cubicBezTo>
                  <a:lnTo>
                    <a:pt x="88842" y="677153"/>
                  </a:lnTo>
                  <a:cubicBezTo>
                    <a:pt x="39776" y="677153"/>
                    <a:pt x="0" y="637377"/>
                    <a:pt x="0" y="588310"/>
                  </a:cubicBezTo>
                  <a:lnTo>
                    <a:pt x="0" y="88842"/>
                  </a:lnTo>
                  <a:cubicBezTo>
                    <a:pt x="0" y="39776"/>
                    <a:pt x="39776" y="0"/>
                    <a:pt x="88842" y="0"/>
                  </a:cubicBezTo>
                  <a:close/>
                </a:path>
              </a:pathLst>
            </a:custGeom>
            <a:blipFill>
              <a:blip r:embed="rId7"/>
              <a:stretch>
                <a:fillRect l="0" t="-26683" r="0" b="-38867"/>
              </a:stretch>
            </a:blipFill>
            <a:ln w="19050" cap="rnd">
              <a:gradFill>
                <a:gsLst>
                  <a:gs pos="0">
                    <a:srgbClr val="FFC4E1">
                      <a:alpha val="0"/>
                    </a:srgbClr>
                  </a:gs>
                  <a:gs pos="25000">
                    <a:srgbClr val="FFC4E1">
                      <a:alpha val="59500"/>
                    </a:srgbClr>
                  </a:gs>
                  <a:gs pos="50000">
                    <a:srgbClr val="FFDAEC">
                      <a:alpha val="100000"/>
                    </a:srgbClr>
                  </a:gs>
                  <a:gs pos="75000">
                    <a:srgbClr val="FFC4E1">
                      <a:alpha val="60000"/>
                    </a:srgbClr>
                  </a:gs>
                  <a:gs pos="100000">
                    <a:srgbClr val="FFC4E1">
                      <a:alpha val="0"/>
                    </a:srgbClr>
                  </a:gs>
                </a:gsLst>
                <a:lin ang="2700000"/>
              </a:gradFill>
              <a:prstDash val="solid"/>
              <a:round/>
            </a:ln>
          </p:spPr>
        </p:sp>
      </p:grpSp>
      <p:grpSp>
        <p:nvGrpSpPr>
          <p:cNvPr name="Group 19" id="19"/>
          <p:cNvGrpSpPr/>
          <p:nvPr/>
        </p:nvGrpSpPr>
        <p:grpSpPr>
          <a:xfrm rot="0">
            <a:off x="9292926" y="6038532"/>
            <a:ext cx="3834261" cy="765075"/>
            <a:chOff x="0" y="0"/>
            <a:chExt cx="1009847" cy="201501"/>
          </a:xfrm>
        </p:grpSpPr>
        <p:sp>
          <p:nvSpPr>
            <p:cNvPr name="Freeform 20" id="20"/>
            <p:cNvSpPr/>
            <p:nvPr/>
          </p:nvSpPr>
          <p:spPr>
            <a:xfrm flipH="false" flipV="false" rot="0">
              <a:off x="0" y="0"/>
              <a:ext cx="1009847" cy="201501"/>
            </a:xfrm>
            <a:custGeom>
              <a:avLst/>
              <a:gdLst/>
              <a:ahLst/>
              <a:cxnLst/>
              <a:rect r="r" b="b" t="t" l="l"/>
              <a:pathLst>
                <a:path h="201501" w="1009847">
                  <a:moveTo>
                    <a:pt x="100751" y="0"/>
                  </a:moveTo>
                  <a:lnTo>
                    <a:pt x="909096" y="0"/>
                  </a:lnTo>
                  <a:cubicBezTo>
                    <a:pt x="964739" y="0"/>
                    <a:pt x="1009847" y="45108"/>
                    <a:pt x="1009847" y="100751"/>
                  </a:cubicBezTo>
                  <a:lnTo>
                    <a:pt x="1009847" y="100751"/>
                  </a:lnTo>
                  <a:cubicBezTo>
                    <a:pt x="1009847" y="127471"/>
                    <a:pt x="999232" y="153098"/>
                    <a:pt x="980337" y="171992"/>
                  </a:cubicBezTo>
                  <a:cubicBezTo>
                    <a:pt x="961443" y="190886"/>
                    <a:pt x="935817" y="201501"/>
                    <a:pt x="909096" y="201501"/>
                  </a:cubicBezTo>
                  <a:lnTo>
                    <a:pt x="100751" y="201501"/>
                  </a:lnTo>
                  <a:cubicBezTo>
                    <a:pt x="74030" y="201501"/>
                    <a:pt x="48404" y="190886"/>
                    <a:pt x="29509" y="171992"/>
                  </a:cubicBezTo>
                  <a:cubicBezTo>
                    <a:pt x="10615" y="153098"/>
                    <a:pt x="0" y="127471"/>
                    <a:pt x="0" y="100751"/>
                  </a:cubicBezTo>
                  <a:lnTo>
                    <a:pt x="0" y="100751"/>
                  </a:lnTo>
                  <a:cubicBezTo>
                    <a:pt x="0" y="74030"/>
                    <a:pt x="10615" y="48404"/>
                    <a:pt x="29509" y="29509"/>
                  </a:cubicBezTo>
                  <a:cubicBezTo>
                    <a:pt x="48404" y="10615"/>
                    <a:pt x="74030" y="0"/>
                    <a:pt x="100751"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21" id="21"/>
            <p:cNvSpPr txBox="true"/>
            <p:nvPr/>
          </p:nvSpPr>
          <p:spPr>
            <a:xfrm>
              <a:off x="0" y="-66675"/>
              <a:ext cx="1009847" cy="268176"/>
            </a:xfrm>
            <a:prstGeom prst="rect">
              <a:avLst/>
            </a:prstGeom>
          </p:spPr>
          <p:txBody>
            <a:bodyPr anchor="ctr" rtlCol="false" tIns="50800" lIns="50800" bIns="50800" rIns="50800"/>
            <a:lstStyle/>
            <a:p>
              <a:pPr algn="ctr">
                <a:lnSpc>
                  <a:spcPts val="3638"/>
                </a:lnSpc>
              </a:pPr>
            </a:p>
          </p:txBody>
        </p:sp>
      </p:grpSp>
      <p:grpSp>
        <p:nvGrpSpPr>
          <p:cNvPr name="Group 22" id="22"/>
          <p:cNvGrpSpPr/>
          <p:nvPr/>
        </p:nvGrpSpPr>
        <p:grpSpPr>
          <a:xfrm rot="0">
            <a:off x="9292926" y="2186600"/>
            <a:ext cx="3834261" cy="3470932"/>
            <a:chOff x="0" y="0"/>
            <a:chExt cx="748035" cy="677153"/>
          </a:xfrm>
        </p:grpSpPr>
        <p:sp>
          <p:nvSpPr>
            <p:cNvPr name="Freeform 23" id="23"/>
            <p:cNvSpPr/>
            <p:nvPr/>
          </p:nvSpPr>
          <p:spPr>
            <a:xfrm flipH="false" flipV="false" rot="0">
              <a:off x="0" y="0"/>
              <a:ext cx="748035" cy="677153"/>
            </a:xfrm>
            <a:custGeom>
              <a:avLst/>
              <a:gdLst/>
              <a:ahLst/>
              <a:cxnLst/>
              <a:rect r="r" b="b" t="t" l="l"/>
              <a:pathLst>
                <a:path h="677153" w="748035">
                  <a:moveTo>
                    <a:pt x="88842" y="0"/>
                  </a:moveTo>
                  <a:lnTo>
                    <a:pt x="659193" y="0"/>
                  </a:lnTo>
                  <a:cubicBezTo>
                    <a:pt x="708259" y="0"/>
                    <a:pt x="748035" y="39776"/>
                    <a:pt x="748035" y="88842"/>
                  </a:cubicBezTo>
                  <a:lnTo>
                    <a:pt x="748035" y="588310"/>
                  </a:lnTo>
                  <a:cubicBezTo>
                    <a:pt x="748035" y="637377"/>
                    <a:pt x="708259" y="677153"/>
                    <a:pt x="659193" y="677153"/>
                  </a:cubicBezTo>
                  <a:lnTo>
                    <a:pt x="88842" y="677153"/>
                  </a:lnTo>
                  <a:cubicBezTo>
                    <a:pt x="39776" y="677153"/>
                    <a:pt x="0" y="637377"/>
                    <a:pt x="0" y="588310"/>
                  </a:cubicBezTo>
                  <a:lnTo>
                    <a:pt x="0" y="88842"/>
                  </a:lnTo>
                  <a:cubicBezTo>
                    <a:pt x="0" y="39776"/>
                    <a:pt x="39776" y="0"/>
                    <a:pt x="88842" y="0"/>
                  </a:cubicBezTo>
                  <a:close/>
                </a:path>
              </a:pathLst>
            </a:custGeom>
            <a:blipFill>
              <a:blip r:embed="rId8"/>
              <a:stretch>
                <a:fillRect l="-4480" t="-24780" r="-16851" b="-76086"/>
              </a:stretch>
            </a:blipFill>
            <a:ln w="19050" cap="rnd">
              <a:gradFill>
                <a:gsLst>
                  <a:gs pos="0">
                    <a:srgbClr val="FFC4E1">
                      <a:alpha val="0"/>
                    </a:srgbClr>
                  </a:gs>
                  <a:gs pos="25000">
                    <a:srgbClr val="FFC4E1">
                      <a:alpha val="59500"/>
                    </a:srgbClr>
                  </a:gs>
                  <a:gs pos="50000">
                    <a:srgbClr val="FFDAEC">
                      <a:alpha val="100000"/>
                    </a:srgbClr>
                  </a:gs>
                  <a:gs pos="75000">
                    <a:srgbClr val="FFC4E1">
                      <a:alpha val="60000"/>
                    </a:srgbClr>
                  </a:gs>
                  <a:gs pos="100000">
                    <a:srgbClr val="FFC4E1">
                      <a:alpha val="0"/>
                    </a:srgbClr>
                  </a:gs>
                </a:gsLst>
                <a:lin ang="2700000"/>
              </a:gradFill>
              <a:prstDash val="solid"/>
              <a:round/>
            </a:ln>
          </p:spPr>
        </p:sp>
      </p:grpSp>
      <p:grpSp>
        <p:nvGrpSpPr>
          <p:cNvPr name="Group 24" id="24"/>
          <p:cNvGrpSpPr/>
          <p:nvPr/>
        </p:nvGrpSpPr>
        <p:grpSpPr>
          <a:xfrm rot="0">
            <a:off x="13425039" y="6038532"/>
            <a:ext cx="3834261" cy="765075"/>
            <a:chOff x="0" y="0"/>
            <a:chExt cx="1009847" cy="201501"/>
          </a:xfrm>
        </p:grpSpPr>
        <p:sp>
          <p:nvSpPr>
            <p:cNvPr name="Freeform 25" id="25"/>
            <p:cNvSpPr/>
            <p:nvPr/>
          </p:nvSpPr>
          <p:spPr>
            <a:xfrm flipH="false" flipV="false" rot="0">
              <a:off x="0" y="0"/>
              <a:ext cx="1009847" cy="201501"/>
            </a:xfrm>
            <a:custGeom>
              <a:avLst/>
              <a:gdLst/>
              <a:ahLst/>
              <a:cxnLst/>
              <a:rect r="r" b="b" t="t" l="l"/>
              <a:pathLst>
                <a:path h="201501" w="1009847">
                  <a:moveTo>
                    <a:pt x="100751" y="0"/>
                  </a:moveTo>
                  <a:lnTo>
                    <a:pt x="909096" y="0"/>
                  </a:lnTo>
                  <a:cubicBezTo>
                    <a:pt x="964739" y="0"/>
                    <a:pt x="1009847" y="45108"/>
                    <a:pt x="1009847" y="100751"/>
                  </a:cubicBezTo>
                  <a:lnTo>
                    <a:pt x="1009847" y="100751"/>
                  </a:lnTo>
                  <a:cubicBezTo>
                    <a:pt x="1009847" y="127471"/>
                    <a:pt x="999232" y="153098"/>
                    <a:pt x="980337" y="171992"/>
                  </a:cubicBezTo>
                  <a:cubicBezTo>
                    <a:pt x="961443" y="190886"/>
                    <a:pt x="935817" y="201501"/>
                    <a:pt x="909096" y="201501"/>
                  </a:cubicBezTo>
                  <a:lnTo>
                    <a:pt x="100751" y="201501"/>
                  </a:lnTo>
                  <a:cubicBezTo>
                    <a:pt x="74030" y="201501"/>
                    <a:pt x="48404" y="190886"/>
                    <a:pt x="29509" y="171992"/>
                  </a:cubicBezTo>
                  <a:cubicBezTo>
                    <a:pt x="10615" y="153098"/>
                    <a:pt x="0" y="127471"/>
                    <a:pt x="0" y="100751"/>
                  </a:cubicBezTo>
                  <a:lnTo>
                    <a:pt x="0" y="100751"/>
                  </a:lnTo>
                  <a:cubicBezTo>
                    <a:pt x="0" y="74030"/>
                    <a:pt x="10615" y="48404"/>
                    <a:pt x="29509" y="29509"/>
                  </a:cubicBezTo>
                  <a:cubicBezTo>
                    <a:pt x="48404" y="10615"/>
                    <a:pt x="74030" y="0"/>
                    <a:pt x="100751"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26" id="26"/>
            <p:cNvSpPr txBox="true"/>
            <p:nvPr/>
          </p:nvSpPr>
          <p:spPr>
            <a:xfrm>
              <a:off x="0" y="-66675"/>
              <a:ext cx="1009847" cy="268176"/>
            </a:xfrm>
            <a:prstGeom prst="rect">
              <a:avLst/>
            </a:prstGeom>
          </p:spPr>
          <p:txBody>
            <a:bodyPr anchor="ctr" rtlCol="false" tIns="50800" lIns="50800" bIns="50800" rIns="50800"/>
            <a:lstStyle/>
            <a:p>
              <a:pPr algn="ctr">
                <a:lnSpc>
                  <a:spcPts val="3638"/>
                </a:lnSpc>
              </a:pPr>
            </a:p>
          </p:txBody>
        </p:sp>
      </p:grpSp>
      <p:grpSp>
        <p:nvGrpSpPr>
          <p:cNvPr name="Group 27" id="27"/>
          <p:cNvGrpSpPr/>
          <p:nvPr/>
        </p:nvGrpSpPr>
        <p:grpSpPr>
          <a:xfrm rot="0">
            <a:off x="13425039" y="2186600"/>
            <a:ext cx="3834261" cy="3470932"/>
            <a:chOff x="0" y="0"/>
            <a:chExt cx="748035" cy="677153"/>
          </a:xfrm>
        </p:grpSpPr>
        <p:sp>
          <p:nvSpPr>
            <p:cNvPr name="Freeform 28" id="28"/>
            <p:cNvSpPr/>
            <p:nvPr/>
          </p:nvSpPr>
          <p:spPr>
            <a:xfrm flipH="true" flipV="false" rot="0">
              <a:off x="0" y="0"/>
              <a:ext cx="748035" cy="677153"/>
            </a:xfrm>
            <a:custGeom>
              <a:avLst/>
              <a:gdLst/>
              <a:ahLst/>
              <a:cxnLst/>
              <a:rect r="r" b="b" t="t" l="l"/>
              <a:pathLst>
                <a:path h="677153" w="748035">
                  <a:moveTo>
                    <a:pt x="659193" y="0"/>
                  </a:moveTo>
                  <a:lnTo>
                    <a:pt x="88842" y="0"/>
                  </a:lnTo>
                  <a:cubicBezTo>
                    <a:pt x="39776" y="0"/>
                    <a:pt x="0" y="39776"/>
                    <a:pt x="0" y="88842"/>
                  </a:cubicBezTo>
                  <a:lnTo>
                    <a:pt x="0" y="588310"/>
                  </a:lnTo>
                  <a:cubicBezTo>
                    <a:pt x="0" y="637377"/>
                    <a:pt x="39776" y="677153"/>
                    <a:pt x="88842" y="677153"/>
                  </a:cubicBezTo>
                  <a:lnTo>
                    <a:pt x="659193" y="677153"/>
                  </a:lnTo>
                  <a:cubicBezTo>
                    <a:pt x="708259" y="677153"/>
                    <a:pt x="748035" y="637377"/>
                    <a:pt x="748035" y="588310"/>
                  </a:cubicBezTo>
                  <a:lnTo>
                    <a:pt x="748035" y="88842"/>
                  </a:lnTo>
                  <a:cubicBezTo>
                    <a:pt x="748035" y="39776"/>
                    <a:pt x="708259" y="0"/>
                    <a:pt x="659193" y="0"/>
                  </a:cubicBezTo>
                  <a:close/>
                </a:path>
              </a:pathLst>
            </a:custGeom>
            <a:blipFill>
              <a:blip r:embed="rId9"/>
              <a:stretch>
                <a:fillRect l="-35046" t="-35412" r="-28605" b="-135423"/>
              </a:stretch>
            </a:blipFill>
            <a:ln w="19050" cap="rnd">
              <a:gradFill>
                <a:gsLst>
                  <a:gs pos="0">
                    <a:srgbClr val="FFC4E1">
                      <a:alpha val="0"/>
                    </a:srgbClr>
                  </a:gs>
                  <a:gs pos="25000">
                    <a:srgbClr val="FFC4E1">
                      <a:alpha val="59500"/>
                    </a:srgbClr>
                  </a:gs>
                  <a:gs pos="50000">
                    <a:srgbClr val="FFDAEC">
                      <a:alpha val="100000"/>
                    </a:srgbClr>
                  </a:gs>
                  <a:gs pos="75000">
                    <a:srgbClr val="FFC4E1">
                      <a:alpha val="60000"/>
                    </a:srgbClr>
                  </a:gs>
                  <a:gs pos="100000">
                    <a:srgbClr val="FFC4E1">
                      <a:alpha val="0"/>
                    </a:srgbClr>
                  </a:gs>
                </a:gsLst>
                <a:lin ang="2700000"/>
              </a:gradFill>
              <a:prstDash val="solid"/>
              <a:round/>
            </a:ln>
          </p:spPr>
        </p:sp>
      </p:grpSp>
      <p:sp>
        <p:nvSpPr>
          <p:cNvPr name="TextBox 29" id="29"/>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Larana Company</a:t>
            </a:r>
          </a:p>
        </p:txBody>
      </p:sp>
      <p:sp>
        <p:nvSpPr>
          <p:cNvPr name="TextBox 30" id="30"/>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Pitch Deck Business Presentation</a:t>
            </a:r>
          </a:p>
        </p:txBody>
      </p:sp>
      <p:sp>
        <p:nvSpPr>
          <p:cNvPr name="TextBox 31" id="31"/>
          <p:cNvSpPr txBox="true"/>
          <p:nvPr/>
        </p:nvSpPr>
        <p:spPr>
          <a:xfrm rot="0">
            <a:off x="1230888" y="7832724"/>
            <a:ext cx="7567143" cy="1425576"/>
          </a:xfrm>
          <a:prstGeom prst="rect">
            <a:avLst/>
          </a:prstGeom>
        </p:spPr>
        <p:txBody>
          <a:bodyPr anchor="t" rtlCol="false" tIns="0" lIns="0" bIns="0" rIns="0">
            <a:spAutoFit/>
          </a:bodyPr>
          <a:lstStyle/>
          <a:p>
            <a:pPr algn="l" marL="0" indent="0" lvl="0">
              <a:lnSpc>
                <a:spcPts val="10000"/>
              </a:lnSpc>
              <a:spcBef>
                <a:spcPct val="0"/>
              </a:spcBef>
            </a:pPr>
            <a:r>
              <a:rPr lang="en-US" sz="12500" spc="-1000">
                <a:solidFill>
                  <a:srgbClr val="F9F9F9"/>
                </a:solidFill>
                <a:latin typeface="Cy Grotesk V3 Key"/>
                <a:ea typeface="Cy Grotesk V3 Key"/>
                <a:cs typeface="Cy Grotesk V3 Key"/>
                <a:sym typeface="Cy Grotesk V3 Key"/>
              </a:rPr>
              <a:t>Ou</a:t>
            </a:r>
            <a:r>
              <a:rPr lang="en-US" sz="12500" spc="-1000">
                <a:solidFill>
                  <a:srgbClr val="F9F9F9"/>
                </a:solidFill>
                <a:latin typeface="Cy Grotesk V3 Key"/>
                <a:ea typeface="Cy Grotesk V3 Key"/>
                <a:cs typeface="Cy Grotesk V3 Key"/>
                <a:sym typeface="Cy Grotesk V3 Key"/>
              </a:rPr>
              <a:t>r Team</a:t>
            </a:r>
          </a:p>
        </p:txBody>
      </p:sp>
      <p:sp>
        <p:nvSpPr>
          <p:cNvPr name="TextBox 32" id="32"/>
          <p:cNvSpPr txBox="true"/>
          <p:nvPr/>
        </p:nvSpPr>
        <p:spPr>
          <a:xfrm rot="0">
            <a:off x="9144000" y="8010916"/>
            <a:ext cx="8013068" cy="998220"/>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Lorem ipsum dolor sit amet, consectetur adipiscing elit. Quisque molestie nisl eu sem tristique, sit amet convallis ex aliquam. Maecenas varius lectus hendrerit augue blandit, ut posuere erat aliquam. Praesent auctor tellus eget nisl blandit.</a:t>
            </a:r>
          </a:p>
        </p:txBody>
      </p:sp>
      <p:sp>
        <p:nvSpPr>
          <p:cNvPr name="TextBox 33" id="33"/>
          <p:cNvSpPr txBox="true"/>
          <p:nvPr/>
        </p:nvSpPr>
        <p:spPr>
          <a:xfrm rot="0">
            <a:off x="1630011" y="6441458"/>
            <a:ext cx="2631640" cy="240030"/>
          </a:xfrm>
          <a:prstGeom prst="rect">
            <a:avLst/>
          </a:prstGeom>
        </p:spPr>
        <p:txBody>
          <a:bodyPr anchor="t" rtlCol="false" tIns="0" lIns="0" bIns="0" rIns="0">
            <a:spAutoFit/>
          </a:bodyPr>
          <a:lstStyle/>
          <a:p>
            <a:pPr algn="ctr">
              <a:lnSpc>
                <a:spcPts val="1935"/>
              </a:lnSpc>
            </a:pPr>
            <a:r>
              <a:rPr lang="en-US" sz="1500" spc="-51">
                <a:solidFill>
                  <a:srgbClr val="FFFFFF"/>
                </a:solidFill>
                <a:latin typeface="HK Grotesk"/>
                <a:ea typeface="HK Grotesk"/>
                <a:cs typeface="HK Grotesk"/>
                <a:sym typeface="HK Grotesk"/>
              </a:rPr>
              <a:t>Founder &amp; CEO</a:t>
            </a:r>
          </a:p>
        </p:txBody>
      </p:sp>
      <p:sp>
        <p:nvSpPr>
          <p:cNvPr name="TextBox 34" id="34"/>
          <p:cNvSpPr txBox="true"/>
          <p:nvPr/>
        </p:nvSpPr>
        <p:spPr>
          <a:xfrm rot="0">
            <a:off x="5762123" y="6441458"/>
            <a:ext cx="2631640" cy="240030"/>
          </a:xfrm>
          <a:prstGeom prst="rect">
            <a:avLst/>
          </a:prstGeom>
        </p:spPr>
        <p:txBody>
          <a:bodyPr anchor="t" rtlCol="false" tIns="0" lIns="0" bIns="0" rIns="0">
            <a:spAutoFit/>
          </a:bodyPr>
          <a:lstStyle/>
          <a:p>
            <a:pPr algn="ctr">
              <a:lnSpc>
                <a:spcPts val="1935"/>
              </a:lnSpc>
            </a:pPr>
            <a:r>
              <a:rPr lang="en-US" sz="1500" spc="-51">
                <a:solidFill>
                  <a:srgbClr val="FFFFFF"/>
                </a:solidFill>
                <a:latin typeface="HK Grotesk"/>
                <a:ea typeface="HK Grotesk"/>
                <a:cs typeface="HK Grotesk"/>
                <a:sym typeface="HK Grotesk"/>
              </a:rPr>
              <a:t>General Manager</a:t>
            </a:r>
          </a:p>
        </p:txBody>
      </p:sp>
      <p:sp>
        <p:nvSpPr>
          <p:cNvPr name="TextBox 35" id="35"/>
          <p:cNvSpPr txBox="true"/>
          <p:nvPr/>
        </p:nvSpPr>
        <p:spPr>
          <a:xfrm rot="0">
            <a:off x="1630011" y="6170176"/>
            <a:ext cx="2589894" cy="256794"/>
          </a:xfrm>
          <a:prstGeom prst="rect">
            <a:avLst/>
          </a:prstGeom>
        </p:spPr>
        <p:txBody>
          <a:bodyPr anchor="t" rtlCol="false" tIns="0" lIns="0" bIns="0" rIns="0">
            <a:spAutoFit/>
          </a:bodyPr>
          <a:lstStyle/>
          <a:p>
            <a:pPr algn="ctr">
              <a:lnSpc>
                <a:spcPts val="2088"/>
              </a:lnSpc>
            </a:pPr>
            <a:r>
              <a:rPr lang="en-US" sz="1800" b="true">
                <a:solidFill>
                  <a:srgbClr val="FFFFFF"/>
                </a:solidFill>
                <a:latin typeface="HK Grotesk Bold"/>
                <a:ea typeface="HK Grotesk Bold"/>
                <a:cs typeface="HK Grotesk Bold"/>
                <a:sym typeface="HK Grotesk Bold"/>
              </a:rPr>
              <a:t>Morgan Maxwell</a:t>
            </a:r>
          </a:p>
        </p:txBody>
      </p:sp>
      <p:sp>
        <p:nvSpPr>
          <p:cNvPr name="TextBox 36" id="36"/>
          <p:cNvSpPr txBox="true"/>
          <p:nvPr/>
        </p:nvSpPr>
        <p:spPr>
          <a:xfrm rot="0">
            <a:off x="5762123" y="6170176"/>
            <a:ext cx="2589894" cy="256794"/>
          </a:xfrm>
          <a:prstGeom prst="rect">
            <a:avLst/>
          </a:prstGeom>
        </p:spPr>
        <p:txBody>
          <a:bodyPr anchor="t" rtlCol="false" tIns="0" lIns="0" bIns="0" rIns="0">
            <a:spAutoFit/>
          </a:bodyPr>
          <a:lstStyle/>
          <a:p>
            <a:pPr algn="ctr">
              <a:lnSpc>
                <a:spcPts val="2088"/>
              </a:lnSpc>
            </a:pPr>
            <a:r>
              <a:rPr lang="en-US" sz="1800" b="true">
                <a:solidFill>
                  <a:srgbClr val="FFFFFF"/>
                </a:solidFill>
                <a:latin typeface="HK Grotesk Bold"/>
                <a:ea typeface="HK Grotesk Bold"/>
                <a:cs typeface="HK Grotesk Bold"/>
                <a:sym typeface="HK Grotesk Bold"/>
              </a:rPr>
              <a:t>Ketut Susilo</a:t>
            </a:r>
          </a:p>
        </p:txBody>
      </p:sp>
      <p:sp>
        <p:nvSpPr>
          <p:cNvPr name="TextBox 37" id="37"/>
          <p:cNvSpPr txBox="true"/>
          <p:nvPr/>
        </p:nvSpPr>
        <p:spPr>
          <a:xfrm rot="0">
            <a:off x="9894236" y="6441458"/>
            <a:ext cx="2631640" cy="240030"/>
          </a:xfrm>
          <a:prstGeom prst="rect">
            <a:avLst/>
          </a:prstGeom>
        </p:spPr>
        <p:txBody>
          <a:bodyPr anchor="t" rtlCol="false" tIns="0" lIns="0" bIns="0" rIns="0">
            <a:spAutoFit/>
          </a:bodyPr>
          <a:lstStyle/>
          <a:p>
            <a:pPr algn="ctr">
              <a:lnSpc>
                <a:spcPts val="1935"/>
              </a:lnSpc>
            </a:pPr>
            <a:r>
              <a:rPr lang="en-US" sz="1500" spc="-51">
                <a:solidFill>
                  <a:srgbClr val="FFFFFF"/>
                </a:solidFill>
                <a:latin typeface="HK Grotesk"/>
                <a:ea typeface="HK Grotesk"/>
                <a:cs typeface="HK Grotesk"/>
                <a:sym typeface="HK Grotesk"/>
              </a:rPr>
              <a:t>President</a:t>
            </a:r>
          </a:p>
        </p:txBody>
      </p:sp>
      <p:sp>
        <p:nvSpPr>
          <p:cNvPr name="TextBox 38" id="38"/>
          <p:cNvSpPr txBox="true"/>
          <p:nvPr/>
        </p:nvSpPr>
        <p:spPr>
          <a:xfrm rot="0">
            <a:off x="9894236" y="6170176"/>
            <a:ext cx="2589894" cy="256794"/>
          </a:xfrm>
          <a:prstGeom prst="rect">
            <a:avLst/>
          </a:prstGeom>
        </p:spPr>
        <p:txBody>
          <a:bodyPr anchor="t" rtlCol="false" tIns="0" lIns="0" bIns="0" rIns="0">
            <a:spAutoFit/>
          </a:bodyPr>
          <a:lstStyle/>
          <a:p>
            <a:pPr algn="ctr">
              <a:lnSpc>
                <a:spcPts val="2088"/>
              </a:lnSpc>
            </a:pPr>
            <a:r>
              <a:rPr lang="en-US" sz="1800" b="true">
                <a:solidFill>
                  <a:srgbClr val="FFFFFF"/>
                </a:solidFill>
                <a:latin typeface="HK Grotesk Bold"/>
                <a:ea typeface="HK Grotesk Bold"/>
                <a:cs typeface="HK Grotesk Bold"/>
                <a:sym typeface="HK Grotesk Bold"/>
              </a:rPr>
              <a:t>Drew Feig</a:t>
            </a:r>
          </a:p>
        </p:txBody>
      </p:sp>
      <p:sp>
        <p:nvSpPr>
          <p:cNvPr name="TextBox 39" id="39"/>
          <p:cNvSpPr txBox="true"/>
          <p:nvPr/>
        </p:nvSpPr>
        <p:spPr>
          <a:xfrm rot="0">
            <a:off x="14026349" y="6441458"/>
            <a:ext cx="2631640" cy="240030"/>
          </a:xfrm>
          <a:prstGeom prst="rect">
            <a:avLst/>
          </a:prstGeom>
        </p:spPr>
        <p:txBody>
          <a:bodyPr anchor="t" rtlCol="false" tIns="0" lIns="0" bIns="0" rIns="0">
            <a:spAutoFit/>
          </a:bodyPr>
          <a:lstStyle/>
          <a:p>
            <a:pPr algn="ctr">
              <a:lnSpc>
                <a:spcPts val="1935"/>
              </a:lnSpc>
            </a:pPr>
            <a:r>
              <a:rPr lang="en-US" sz="1500" spc="-51">
                <a:solidFill>
                  <a:srgbClr val="FFFFFF"/>
                </a:solidFill>
                <a:latin typeface="HK Grotesk"/>
                <a:ea typeface="HK Grotesk"/>
                <a:cs typeface="HK Grotesk"/>
                <a:sym typeface="HK Grotesk"/>
              </a:rPr>
              <a:t>Digital Marketing</a:t>
            </a:r>
          </a:p>
        </p:txBody>
      </p:sp>
      <p:sp>
        <p:nvSpPr>
          <p:cNvPr name="TextBox 40" id="40"/>
          <p:cNvSpPr txBox="true"/>
          <p:nvPr/>
        </p:nvSpPr>
        <p:spPr>
          <a:xfrm rot="0">
            <a:off x="14070162" y="6170176"/>
            <a:ext cx="2589894" cy="256794"/>
          </a:xfrm>
          <a:prstGeom prst="rect">
            <a:avLst/>
          </a:prstGeom>
        </p:spPr>
        <p:txBody>
          <a:bodyPr anchor="t" rtlCol="false" tIns="0" lIns="0" bIns="0" rIns="0">
            <a:spAutoFit/>
          </a:bodyPr>
          <a:lstStyle/>
          <a:p>
            <a:pPr algn="ctr">
              <a:lnSpc>
                <a:spcPts val="2088"/>
              </a:lnSpc>
            </a:pPr>
            <a:r>
              <a:rPr lang="en-US" sz="1800" b="true">
                <a:solidFill>
                  <a:srgbClr val="FFFFFF"/>
                </a:solidFill>
                <a:latin typeface="HK Grotesk Bold"/>
                <a:ea typeface="HK Grotesk Bold"/>
                <a:cs typeface="HK Grotesk Bold"/>
                <a:sym typeface="HK Grotesk Bold"/>
              </a:rPr>
              <a:t>Daniel Gallego</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25000"/>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25000"/>
            </a:blip>
            <a:stretch>
              <a:fillRect l="0" t="0" r="0" b="0"/>
            </a:stretch>
          </a:blipFill>
        </p:spPr>
      </p:sp>
      <p:grpSp>
        <p:nvGrpSpPr>
          <p:cNvPr name="Group 5" id="5"/>
          <p:cNvGrpSpPr/>
          <p:nvPr/>
        </p:nvGrpSpPr>
        <p:grpSpPr>
          <a:xfrm rot="0">
            <a:off x="1028700" y="7864552"/>
            <a:ext cx="16230600" cy="149974"/>
            <a:chOff x="0" y="0"/>
            <a:chExt cx="4052983" cy="37450"/>
          </a:xfrm>
        </p:grpSpPr>
        <p:sp>
          <p:nvSpPr>
            <p:cNvPr name="Freeform 6" id="6"/>
            <p:cNvSpPr/>
            <p:nvPr/>
          </p:nvSpPr>
          <p:spPr>
            <a:xfrm flipH="false" flipV="false" rot="0">
              <a:off x="0" y="0"/>
              <a:ext cx="4052983" cy="37450"/>
            </a:xfrm>
            <a:custGeom>
              <a:avLst/>
              <a:gdLst/>
              <a:ahLst/>
              <a:cxnLst/>
              <a:rect r="r" b="b" t="t" l="l"/>
              <a:pathLst>
                <a:path h="37450" w="4052983">
                  <a:moveTo>
                    <a:pt x="0" y="0"/>
                  </a:moveTo>
                  <a:lnTo>
                    <a:pt x="4052983" y="0"/>
                  </a:lnTo>
                  <a:lnTo>
                    <a:pt x="4052983" y="37450"/>
                  </a:lnTo>
                  <a:lnTo>
                    <a:pt x="0" y="37450"/>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7" id="7"/>
            <p:cNvSpPr txBox="true"/>
            <p:nvPr/>
          </p:nvSpPr>
          <p:spPr>
            <a:xfrm>
              <a:off x="0" y="-38100"/>
              <a:ext cx="4052983" cy="7555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6921196" y="8574834"/>
            <a:ext cx="355174" cy="355174"/>
          </a:xfrm>
          <a:custGeom>
            <a:avLst/>
            <a:gdLst/>
            <a:ahLst/>
            <a:cxnLst/>
            <a:rect r="r" b="b" t="t" l="l"/>
            <a:pathLst>
              <a:path h="355174" w="355174">
                <a:moveTo>
                  <a:pt x="0" y="0"/>
                </a:moveTo>
                <a:lnTo>
                  <a:pt x="355174" y="0"/>
                </a:lnTo>
                <a:lnTo>
                  <a:pt x="355174" y="355174"/>
                </a:lnTo>
                <a:lnTo>
                  <a:pt x="0" y="3551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7492267" y="8580018"/>
            <a:ext cx="2581084" cy="306705"/>
          </a:xfrm>
          <a:prstGeom prst="rect">
            <a:avLst/>
          </a:prstGeom>
        </p:spPr>
        <p:txBody>
          <a:bodyPr anchor="t" rtlCol="false" tIns="0" lIns="0" bIns="0" rIns="0">
            <a:spAutoFit/>
          </a:bodyPr>
          <a:lstStyle/>
          <a:p>
            <a:pPr algn="just">
              <a:lnSpc>
                <a:spcPts val="2520"/>
              </a:lnSpc>
            </a:pPr>
            <a:r>
              <a:rPr lang="en-US" sz="1800" spc="-72">
                <a:solidFill>
                  <a:srgbClr val="FFFFFF"/>
                </a:solidFill>
                <a:latin typeface="HK Grotesk"/>
                <a:ea typeface="HK Grotesk"/>
                <a:cs typeface="HK Grotesk"/>
                <a:sym typeface="HK Grotesk"/>
              </a:rPr>
              <a:t>+123-456-7890</a:t>
            </a:r>
          </a:p>
        </p:txBody>
      </p:sp>
      <p:sp>
        <p:nvSpPr>
          <p:cNvPr name="Freeform 10" id="10"/>
          <p:cNvSpPr/>
          <p:nvPr/>
        </p:nvSpPr>
        <p:spPr>
          <a:xfrm flipH="false" flipV="false" rot="0">
            <a:off x="9661174" y="8573398"/>
            <a:ext cx="358045" cy="358045"/>
          </a:xfrm>
          <a:custGeom>
            <a:avLst/>
            <a:gdLst/>
            <a:ahLst/>
            <a:cxnLst/>
            <a:rect r="r" b="b" t="t" l="l"/>
            <a:pathLst>
              <a:path h="358045" w="358045">
                <a:moveTo>
                  <a:pt x="0" y="0"/>
                </a:moveTo>
                <a:lnTo>
                  <a:pt x="358044" y="0"/>
                </a:lnTo>
                <a:lnTo>
                  <a:pt x="358044" y="358045"/>
                </a:lnTo>
                <a:lnTo>
                  <a:pt x="0" y="3580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1" id="11"/>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1198790" y="3780242"/>
            <a:ext cx="14331447" cy="2285985"/>
          </a:xfrm>
          <a:prstGeom prst="rect">
            <a:avLst/>
          </a:prstGeom>
        </p:spPr>
        <p:txBody>
          <a:bodyPr anchor="t" rtlCol="false" tIns="0" lIns="0" bIns="0" rIns="0">
            <a:spAutoFit/>
          </a:bodyPr>
          <a:lstStyle/>
          <a:p>
            <a:pPr algn="l" marL="0" indent="0" lvl="0">
              <a:lnSpc>
                <a:spcPts val="15987"/>
              </a:lnSpc>
              <a:spcBef>
                <a:spcPct val="0"/>
              </a:spcBef>
            </a:pPr>
            <a:r>
              <a:rPr lang="en-US" sz="19984" spc="-1598">
                <a:solidFill>
                  <a:srgbClr val="F9F9F9"/>
                </a:solidFill>
                <a:latin typeface="Cy Grotesk V3 Key"/>
                <a:ea typeface="Cy Grotesk V3 Key"/>
                <a:cs typeface="Cy Grotesk V3 Key"/>
                <a:sym typeface="Cy Grotesk V3 Key"/>
              </a:rPr>
              <a:t>T</a:t>
            </a:r>
            <a:r>
              <a:rPr lang="en-US" sz="19984" spc="-1598">
                <a:solidFill>
                  <a:srgbClr val="F9F9F9"/>
                </a:solidFill>
                <a:latin typeface="Cy Grotesk V3 Key"/>
                <a:ea typeface="Cy Grotesk V3 Key"/>
                <a:cs typeface="Cy Grotesk V3 Key"/>
                <a:sym typeface="Cy Grotesk V3 Key"/>
              </a:rPr>
              <a:t>hank You</a:t>
            </a:r>
          </a:p>
        </p:txBody>
      </p:sp>
      <p:sp>
        <p:nvSpPr>
          <p:cNvPr name="TextBox 13" id="13"/>
          <p:cNvSpPr txBox="true"/>
          <p:nvPr/>
        </p:nvSpPr>
        <p:spPr>
          <a:xfrm rot="0">
            <a:off x="1307554" y="6275776"/>
            <a:ext cx="16286055" cy="1222031"/>
          </a:xfrm>
          <a:prstGeom prst="rect">
            <a:avLst/>
          </a:prstGeom>
        </p:spPr>
        <p:txBody>
          <a:bodyPr anchor="t" rtlCol="false" tIns="0" lIns="0" bIns="0" rIns="0">
            <a:spAutoFit/>
          </a:bodyPr>
          <a:lstStyle/>
          <a:p>
            <a:pPr algn="l" marL="0" indent="0" lvl="0">
              <a:lnSpc>
                <a:spcPts val="4544"/>
              </a:lnSpc>
              <a:spcBef>
                <a:spcPct val="0"/>
              </a:spcBef>
            </a:pPr>
            <a:r>
              <a:rPr lang="en-US" sz="5680" spc="1584">
                <a:solidFill>
                  <a:srgbClr val="F9F9F9"/>
                </a:solidFill>
                <a:latin typeface="Cy Grotesk V3 Key Light"/>
                <a:ea typeface="Cy Grotesk V3 Key Light"/>
                <a:cs typeface="Cy Grotesk V3 Key Light"/>
                <a:sym typeface="Cy Grotesk V3 Key Light"/>
              </a:rPr>
              <a:t>L</a:t>
            </a:r>
            <a:r>
              <a:rPr lang="en-US" sz="5680" spc="1584">
                <a:solidFill>
                  <a:srgbClr val="F9F9F9"/>
                </a:solidFill>
                <a:latin typeface="Cy Grotesk V3 Key Light"/>
                <a:ea typeface="Cy Grotesk V3 Key Light"/>
                <a:cs typeface="Cy Grotesk V3 Key Light"/>
                <a:sym typeface="Cy Grotesk V3 Key Light"/>
              </a:rPr>
              <a:t>et’s Create Something Amazing Together</a:t>
            </a:r>
          </a:p>
        </p:txBody>
      </p:sp>
      <p:sp>
        <p:nvSpPr>
          <p:cNvPr name="TextBox 14" id="14"/>
          <p:cNvSpPr txBox="true"/>
          <p:nvPr/>
        </p:nvSpPr>
        <p:spPr>
          <a:xfrm rot="0">
            <a:off x="10235115" y="8580018"/>
            <a:ext cx="3297638" cy="306705"/>
          </a:xfrm>
          <a:prstGeom prst="rect">
            <a:avLst/>
          </a:prstGeom>
        </p:spPr>
        <p:txBody>
          <a:bodyPr anchor="t" rtlCol="false" tIns="0" lIns="0" bIns="0" rIns="0">
            <a:spAutoFit/>
          </a:bodyPr>
          <a:lstStyle/>
          <a:p>
            <a:pPr algn="just" marL="0" indent="0" lvl="0">
              <a:lnSpc>
                <a:spcPts val="2520"/>
              </a:lnSpc>
              <a:spcBef>
                <a:spcPct val="0"/>
              </a:spcBef>
            </a:pPr>
            <a:r>
              <a:rPr lang="en-US" sz="1800" spc="-72" strike="noStrike" u="none">
                <a:solidFill>
                  <a:srgbClr val="FFFFFF"/>
                </a:solidFill>
                <a:latin typeface="HK Grotesk"/>
                <a:ea typeface="HK Grotesk"/>
                <a:cs typeface="HK Grotesk"/>
                <a:sym typeface="HK Grotesk"/>
              </a:rPr>
              <a:t>www.reallygreatsite.com</a:t>
            </a:r>
          </a:p>
        </p:txBody>
      </p:sp>
      <p:sp>
        <p:nvSpPr>
          <p:cNvPr name="TextBox 15" id="15"/>
          <p:cNvSpPr txBox="true"/>
          <p:nvPr/>
        </p:nvSpPr>
        <p:spPr>
          <a:xfrm rot="0">
            <a:off x="1307554" y="8457146"/>
            <a:ext cx="4958259" cy="523875"/>
          </a:xfrm>
          <a:prstGeom prst="rect">
            <a:avLst/>
          </a:prstGeom>
        </p:spPr>
        <p:txBody>
          <a:bodyPr anchor="t" rtlCol="false" tIns="0" lIns="0" bIns="0" rIns="0">
            <a:spAutoFit/>
          </a:bodyPr>
          <a:lstStyle/>
          <a:p>
            <a:pPr algn="l">
              <a:lnSpc>
                <a:spcPts val="4200"/>
              </a:lnSpc>
              <a:spcBef>
                <a:spcPct val="0"/>
              </a:spcBef>
            </a:pPr>
            <a:r>
              <a:rPr lang="en-US" sz="3000" spc="-105">
                <a:solidFill>
                  <a:srgbClr val="FFFFFF"/>
                </a:solidFill>
                <a:latin typeface="HK Grotesk"/>
                <a:ea typeface="HK Grotesk"/>
                <a:cs typeface="HK Grotesk"/>
                <a:sym typeface="HK Grotesk"/>
              </a:rPr>
              <a:t>Presented by: Aaron Loeb</a:t>
            </a:r>
          </a:p>
        </p:txBody>
      </p:sp>
      <p:sp>
        <p:nvSpPr>
          <p:cNvPr name="TextBox 16" id="16"/>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Larana Company</a:t>
            </a:r>
          </a:p>
        </p:txBody>
      </p:sp>
      <p:sp>
        <p:nvSpPr>
          <p:cNvPr name="TextBox 17" id="17"/>
          <p:cNvSpPr txBox="true"/>
          <p:nvPr/>
        </p:nvSpPr>
        <p:spPr>
          <a:xfrm rot="0">
            <a:off x="14952317" y="1123950"/>
            <a:ext cx="2875326"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November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DAHRgRJrB04</dc:identifier>
  <dcterms:modified xsi:type="dcterms:W3CDTF">2011-08-01T06:04:30Z</dcterms:modified>
  <cp:revision>1</cp:revision>
  <dc:title>Blue and White Modern Startup Pitch Deck Presentation</dc:title>
</cp:coreProperties>
</file>